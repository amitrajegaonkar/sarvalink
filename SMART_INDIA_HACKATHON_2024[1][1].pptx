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ink/ink1.xml" ContentType="application/inkml+xml"/>
  <Override PartName="/ppt/notesSlides/notesSlide4.xml" ContentType="application/vnd.openxmlformats-officedocument.presentationml.notesSlide+xml"/>
  <Override PartName="/ppt/notesSlides/notesSlide5.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48" r:id="rId1"/>
  </p:sldMasterIdLst>
  <p:notesMasterIdLst>
    <p:notesMasterId r:id="rId8"/>
  </p:notesMasterIdLst>
  <p:sldIdLst>
    <p:sldId id="291" r:id="rId2"/>
    <p:sldId id="281" r:id="rId3"/>
    <p:sldId id="290" r:id="rId4"/>
    <p:sldId id="293" r:id="rId5"/>
    <p:sldId id="294" r:id="rId6"/>
    <p:sldId id="296" r:id="rId7"/>
  </p:sldIdLst>
  <p:sldSz cx="12192000" cy="6858000"/>
  <p:notesSz cx="6858000" cy="9144000"/>
  <p:defaultTextStyle>
    <a:defPPr>
      <a:defRPr lang="en-US"/>
    </a:defPPr>
    <a:lvl1pPr algn="l" defTabSz="457200" rtl="0" fontAlgn="base">
      <a:spcBef>
        <a:spcPct val="0"/>
      </a:spcBef>
      <a:spcAft>
        <a:spcPct val="0"/>
      </a:spcAft>
      <a:defRPr kern="1200">
        <a:solidFill>
          <a:schemeClr val="tx1"/>
        </a:solidFill>
        <a:latin typeface="Calibri" pitchFamily="34" charset="0"/>
        <a:ea typeface="ＭＳ Ｐゴシック" pitchFamily="1" charset="-128"/>
        <a:cs typeface="+mn-cs"/>
      </a:defRPr>
    </a:lvl1pPr>
    <a:lvl2pPr marL="457200" algn="l" defTabSz="457200" rtl="0" fontAlgn="base">
      <a:spcBef>
        <a:spcPct val="0"/>
      </a:spcBef>
      <a:spcAft>
        <a:spcPct val="0"/>
      </a:spcAft>
      <a:defRPr kern="1200">
        <a:solidFill>
          <a:schemeClr val="tx1"/>
        </a:solidFill>
        <a:latin typeface="Calibri" pitchFamily="34" charset="0"/>
        <a:ea typeface="ＭＳ Ｐゴシック" pitchFamily="1" charset="-128"/>
        <a:cs typeface="+mn-cs"/>
      </a:defRPr>
    </a:lvl2pPr>
    <a:lvl3pPr marL="914400" algn="l" defTabSz="457200" rtl="0" fontAlgn="base">
      <a:spcBef>
        <a:spcPct val="0"/>
      </a:spcBef>
      <a:spcAft>
        <a:spcPct val="0"/>
      </a:spcAft>
      <a:defRPr kern="1200">
        <a:solidFill>
          <a:schemeClr val="tx1"/>
        </a:solidFill>
        <a:latin typeface="Calibri" pitchFamily="34" charset="0"/>
        <a:ea typeface="ＭＳ Ｐゴシック" pitchFamily="1" charset="-128"/>
        <a:cs typeface="+mn-cs"/>
      </a:defRPr>
    </a:lvl3pPr>
    <a:lvl4pPr marL="1371600" algn="l" defTabSz="457200" rtl="0" fontAlgn="base">
      <a:spcBef>
        <a:spcPct val="0"/>
      </a:spcBef>
      <a:spcAft>
        <a:spcPct val="0"/>
      </a:spcAft>
      <a:defRPr kern="1200">
        <a:solidFill>
          <a:schemeClr val="tx1"/>
        </a:solidFill>
        <a:latin typeface="Calibri" pitchFamily="34" charset="0"/>
        <a:ea typeface="ＭＳ Ｐゴシック" pitchFamily="1" charset="-128"/>
        <a:cs typeface="+mn-cs"/>
      </a:defRPr>
    </a:lvl4pPr>
    <a:lvl5pPr marL="1828800" algn="l" defTabSz="457200" rtl="0" fontAlgn="base">
      <a:spcBef>
        <a:spcPct val="0"/>
      </a:spcBef>
      <a:spcAft>
        <a:spcPct val="0"/>
      </a:spcAft>
      <a:defRPr kern="1200">
        <a:solidFill>
          <a:schemeClr val="tx1"/>
        </a:solidFill>
        <a:latin typeface="Calibri" pitchFamily="34" charset="0"/>
        <a:ea typeface="ＭＳ Ｐゴシック" pitchFamily="1" charset="-128"/>
        <a:cs typeface="+mn-cs"/>
      </a:defRPr>
    </a:lvl5pPr>
    <a:lvl6pPr marL="2286000" algn="l" defTabSz="914400" rtl="0" eaLnBrk="1" latinLnBrk="0" hangingPunct="1">
      <a:defRPr kern="1200">
        <a:solidFill>
          <a:schemeClr val="tx1"/>
        </a:solidFill>
        <a:latin typeface="Calibri" pitchFamily="34" charset="0"/>
        <a:ea typeface="ＭＳ Ｐゴシック" pitchFamily="1" charset="-128"/>
        <a:cs typeface="+mn-cs"/>
      </a:defRPr>
    </a:lvl6pPr>
    <a:lvl7pPr marL="2743200" algn="l" defTabSz="914400" rtl="0" eaLnBrk="1" latinLnBrk="0" hangingPunct="1">
      <a:defRPr kern="1200">
        <a:solidFill>
          <a:schemeClr val="tx1"/>
        </a:solidFill>
        <a:latin typeface="Calibri" pitchFamily="34" charset="0"/>
        <a:ea typeface="ＭＳ Ｐゴシック" pitchFamily="1" charset="-128"/>
        <a:cs typeface="+mn-cs"/>
      </a:defRPr>
    </a:lvl7pPr>
    <a:lvl8pPr marL="3200400" algn="l" defTabSz="914400" rtl="0" eaLnBrk="1" latinLnBrk="0" hangingPunct="1">
      <a:defRPr kern="1200">
        <a:solidFill>
          <a:schemeClr val="tx1"/>
        </a:solidFill>
        <a:latin typeface="Calibri" pitchFamily="34" charset="0"/>
        <a:ea typeface="ＭＳ Ｐゴシック" pitchFamily="1" charset="-128"/>
        <a:cs typeface="+mn-cs"/>
      </a:defRPr>
    </a:lvl8pPr>
    <a:lvl9pPr marL="3657600" algn="l" defTabSz="914400" rtl="0" eaLnBrk="1" latinLnBrk="0" hangingPunct="1">
      <a:defRPr kern="1200">
        <a:solidFill>
          <a:schemeClr val="tx1"/>
        </a:solidFill>
        <a:latin typeface="Calibri" pitchFamily="34" charset="0"/>
        <a:ea typeface="ＭＳ Ｐゴシック" pitchFamily="1" charset="-128"/>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A1A1A"/>
    <a:srgbClr val="0073FF"/>
    <a:srgbClr val="9BBB59"/>
    <a:srgbClr val="39B0D4"/>
    <a:srgbClr val="727272"/>
    <a:srgbClr val="010000"/>
    <a:srgbClr val="FFA751"/>
    <a:srgbClr val="32323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1A5BF6F-8527-4FE2-B3FC-F875ABA90F49}" v="6" dt="2024-08-28T20:56:07.759"/>
    <p1510:client id="{21415A4F-6458-4A41-9D39-C99BF42686BD}" v="492" dt="2024-08-29T06:51:40.045"/>
    <p1510:client id="{2E01F720-A737-480B-B7F3-63DC6796E898}" v="37" dt="2024-08-29T06:37:42.101"/>
    <p1510:client id="{4F8D19B2-BC36-4C59-AA75-491710FE7F89}" v="274" dt="2024-08-28T22:22:26.990"/>
    <p1510:client id="{5FB985DF-8AE9-4886-920C-1ECBEB7E8EBF}" v="69" dt="2024-08-29T07:01:12.456"/>
    <p1510:client id="{67A003C9-02BA-4D1D-B1B1-1DD29B2F831C}" v="40" dt="2024-08-29T06:02:23.707"/>
    <p1510:client id="{6B95D70D-4B53-49F3-8803-7F096D472B13}" v="696" dt="2024-08-28T20:09:36.912"/>
    <p1510:client id="{76B3005E-3D5A-4A96-884D-BDB386CA1F39}" v="32" dt="2024-08-29T06:55:23.758"/>
    <p1510:client id="{816F8034-9BB8-4448-94AE-13C9B3CF274C}" v="19" dt="2024-08-28T21:02:08.078"/>
    <p1510:client id="{AA373DBB-4E52-448F-8B65-6917E604F0CC}" v="1241" dt="2024-08-28T22:04:36.907"/>
    <p1510:client id="{AE2E098E-FC0B-4DE9-BF2D-431D4F626E6C}" v="81" dt="2024-08-29T07:03:10.998"/>
    <p1510:client id="{C82A4D92-7287-4547-BBEF-C6178D0DAF9A}" v="5" dt="2024-08-28T22:23:18.398"/>
    <p1510:client id="{C9CDBBBE-7E0E-4ABD-A4A4-5829E382D608}" v="277" dt="2024-08-28T22:21:41.436"/>
    <p1510:client id="{CE9E8403-0042-4927-837C-DEC43FD91D45}" v="105" dt="2024-08-29T06:59:26.398"/>
    <p1510:client id="{FA3B34C1-B1D5-4D92-8CBD-06E97B0A0B82}" v="6" dt="2024-08-28T22:22:36.704"/>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p:scale>
          <a:sx n="66" d="100"/>
          <a:sy n="66" d="100"/>
        </p:scale>
        <p:origin x="2310" y="930"/>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13" Type="http://schemas.microsoft.com/office/2015/10/relationships/revisionInfo" Target="revisionInfo.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9-04T09:06:43.627"/>
    </inkml:context>
    <inkml:brush xml:id="br0">
      <inkml:brushProperty name="width" value="0.05" units="cm"/>
      <inkml:brushProperty name="height" value="0.05" units="cm"/>
    </inkml:brush>
  </inkml:definitions>
  <inkml:trace contextRef="#ctx0" brushRef="#br0">1 0 24575,'0'0'-8191</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fontAlgn="auto">
              <a:spcBef>
                <a:spcPts val="0"/>
              </a:spcBef>
              <a:spcAft>
                <a:spcPts val="0"/>
              </a:spcAft>
              <a:defRPr sz="1200">
                <a:latin typeface="+mn-lt"/>
                <a:ea typeface="+mn-ea"/>
                <a:cs typeface="+mn-cs"/>
              </a:defRPr>
            </a:lvl1pPr>
          </a:lstStyle>
          <a:p>
            <a:pPr>
              <a:defRPr/>
            </a:pPr>
            <a:endParaRPr lang="en-US"/>
          </a:p>
        </p:txBody>
      </p:sp>
      <p:sp>
        <p:nvSpPr>
          <p:cNvPr id="3" name="Date Placeholder 2"/>
          <p:cNvSpPr>
            <a:spLocks noGrp="1"/>
          </p:cNvSpPr>
          <p:nvPr>
            <p:ph type="dt" idx="1"/>
          </p:nvPr>
        </p:nvSpPr>
        <p:spPr>
          <a:xfrm>
            <a:off x="3884613" y="0"/>
            <a:ext cx="2971800" cy="457200"/>
          </a:xfrm>
          <a:prstGeom prst="rect">
            <a:avLst/>
          </a:prstGeom>
        </p:spPr>
        <p:txBody>
          <a:bodyPr vert="horz" wrap="square" lIns="91440" tIns="45720" rIns="91440" bIns="45720" numCol="1" anchor="t" anchorCtr="0" compatLnSpc="1">
            <a:prstTxWarp prst="textNoShape">
              <a:avLst/>
            </a:prstTxWarp>
          </a:bodyPr>
          <a:lstStyle>
            <a:lvl1pPr algn="r">
              <a:defRPr sz="1200"/>
            </a:lvl1pPr>
          </a:lstStyle>
          <a:p>
            <a:fld id="{C4D5ADD5-2BBC-4A94-8F86-D9013941F742}" type="datetimeFigureOut">
              <a:rPr lang="en-US"/>
              <a:pPr/>
              <a:t>9/30/2024</a:t>
            </a:fld>
            <a:endParaRPr lang="en-US"/>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pPr lvl="0"/>
            <a:endParaRPr lang="en-US" noProof="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fontAlgn="auto">
              <a:spcBef>
                <a:spcPts val="0"/>
              </a:spcBef>
              <a:spcAft>
                <a:spcPts val="0"/>
              </a:spcAft>
              <a:defRPr sz="1200">
                <a:latin typeface="+mn-lt"/>
                <a:ea typeface="+mn-ea"/>
                <a:cs typeface="+mn-cs"/>
              </a:defRPr>
            </a:lvl1pPr>
          </a:lstStyle>
          <a:p>
            <a:pPr>
              <a:defRPr/>
            </a:pPr>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wrap="square" lIns="91440" tIns="45720" rIns="91440" bIns="45720" numCol="1" anchor="b" anchorCtr="0" compatLnSpc="1">
            <a:prstTxWarp prst="textNoShape">
              <a:avLst/>
            </a:prstTxWarp>
          </a:bodyPr>
          <a:lstStyle>
            <a:lvl1pPr algn="r">
              <a:defRPr sz="1200"/>
            </a:lvl1pPr>
          </a:lstStyle>
          <a:p>
            <a:fld id="{EC790738-CFC9-4A5E-8424-6B42AA5706F7}" type="slidenum">
              <a:rPr lang="en-US"/>
              <a:pPr/>
              <a:t>‹#›</a:t>
            </a:fld>
            <a:endParaRPr lang="en-US"/>
          </a:p>
        </p:txBody>
      </p:sp>
    </p:spTree>
    <p:extLst>
      <p:ext uri="{BB962C8B-B14F-4D97-AF65-F5344CB8AC3E}">
        <p14:creationId xmlns:p14="http://schemas.microsoft.com/office/powerpoint/2010/main" val="235749454"/>
      </p:ext>
    </p:extLst>
  </p:cSld>
  <p:clrMap bg1="lt1" tx1="dk1" bg2="lt2" tx2="dk2" accent1="accent1" accent2="accent2" accent3="accent3" accent4="accent4" accent5="accent5" accent6="accent6" hlink="hlink" folHlink="folHlink"/>
  <p:notesStyle>
    <a:lvl1pPr algn="l" defTabSz="457200" rtl="0" eaLnBrk="0" fontAlgn="base" hangingPunct="0">
      <a:spcBef>
        <a:spcPct val="30000"/>
      </a:spcBef>
      <a:spcAft>
        <a:spcPct val="0"/>
      </a:spcAft>
      <a:defRPr sz="1200" kern="1200">
        <a:solidFill>
          <a:schemeClr val="tx1"/>
        </a:solidFill>
        <a:latin typeface="+mn-lt"/>
        <a:ea typeface="ＭＳ Ｐゴシック" charset="0"/>
        <a:cs typeface="ＭＳ Ｐゴシック" charset="0"/>
      </a:defRPr>
    </a:lvl1pPr>
    <a:lvl2pPr marL="457200" algn="l" defTabSz="457200" rtl="0" eaLnBrk="0" fontAlgn="base" hangingPunct="0">
      <a:spcBef>
        <a:spcPct val="30000"/>
      </a:spcBef>
      <a:spcAft>
        <a:spcPct val="0"/>
      </a:spcAft>
      <a:defRPr sz="1200" kern="1200">
        <a:solidFill>
          <a:schemeClr val="tx1"/>
        </a:solidFill>
        <a:latin typeface="+mn-lt"/>
        <a:ea typeface="ＭＳ Ｐゴシック" charset="0"/>
        <a:cs typeface="+mn-cs"/>
      </a:defRPr>
    </a:lvl2pPr>
    <a:lvl3pPr marL="914400" algn="l" defTabSz="457200" rtl="0" eaLnBrk="0" fontAlgn="base" hangingPunct="0">
      <a:spcBef>
        <a:spcPct val="30000"/>
      </a:spcBef>
      <a:spcAft>
        <a:spcPct val="0"/>
      </a:spcAft>
      <a:defRPr sz="1200" kern="1200">
        <a:solidFill>
          <a:schemeClr val="tx1"/>
        </a:solidFill>
        <a:latin typeface="+mn-lt"/>
        <a:ea typeface="ＭＳ Ｐゴシック" charset="0"/>
        <a:cs typeface="+mn-cs"/>
      </a:defRPr>
    </a:lvl3pPr>
    <a:lvl4pPr marL="1371600" algn="l" defTabSz="457200" rtl="0" eaLnBrk="0" fontAlgn="base" hangingPunct="0">
      <a:spcBef>
        <a:spcPct val="30000"/>
      </a:spcBef>
      <a:spcAft>
        <a:spcPct val="0"/>
      </a:spcAft>
      <a:defRPr sz="1200" kern="1200">
        <a:solidFill>
          <a:schemeClr val="tx1"/>
        </a:solidFill>
        <a:latin typeface="+mn-lt"/>
        <a:ea typeface="ＭＳ Ｐゴシック" charset="0"/>
        <a:cs typeface="+mn-cs"/>
      </a:defRPr>
    </a:lvl4pPr>
    <a:lvl5pPr marL="1828800" algn="l" defTabSz="457200" rtl="0" eaLnBrk="0" fontAlgn="base" hangingPunct="0">
      <a:spcBef>
        <a:spcPct val="30000"/>
      </a:spcBef>
      <a:spcAft>
        <a:spcPct val="0"/>
      </a:spcAft>
      <a:defRPr sz="1200" kern="1200">
        <a:solidFill>
          <a:schemeClr val="tx1"/>
        </a:solidFill>
        <a:latin typeface="+mn-lt"/>
        <a:ea typeface="ＭＳ Ｐゴシック" charset="0"/>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5" name="Slide Image Placeholder 1"/>
          <p:cNvSpPr>
            <a:spLocks noGrp="1" noRot="1" noChangeAspect="1"/>
          </p:cNvSpPr>
          <p:nvPr>
            <p:ph type="sldImg"/>
          </p:nvPr>
        </p:nvSpPr>
        <p:spPr bwMode="auto">
          <a:xfrm>
            <a:off x="381000" y="685800"/>
            <a:ext cx="6096000" cy="3429000"/>
          </a:xfrm>
          <a:noFill/>
          <a:ln>
            <a:solidFill>
              <a:srgbClr val="000000"/>
            </a:solidFill>
            <a:miter lim="800000"/>
            <a:headEnd/>
            <a:tailEnd/>
          </a:ln>
        </p:spPr>
      </p:sp>
      <p:sp>
        <p:nvSpPr>
          <p:cNvPr id="16386" name="Notes Placeholder 2"/>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pPr>
            <a:endParaRPr lang="en-US">
              <a:ea typeface="ＭＳ Ｐゴシック" pitchFamily="1" charset="-128"/>
            </a:endParaRPr>
          </a:p>
        </p:txBody>
      </p:sp>
      <p:sp>
        <p:nvSpPr>
          <p:cNvPr id="16387" name="Slide Number Placeholder 3"/>
          <p:cNvSpPr>
            <a:spLocks noGrp="1"/>
          </p:cNvSpPr>
          <p:nvPr>
            <p:ph type="sldNum" sz="quarter" idx="5"/>
          </p:nvPr>
        </p:nvSpPr>
        <p:spPr bwMode="auto">
          <a:noFill/>
          <a:ln>
            <a:miter lim="800000"/>
            <a:headEnd/>
            <a:tailEnd/>
          </a:ln>
        </p:spPr>
        <p:txBody>
          <a:bodyPr/>
          <a:lstStyle/>
          <a:p>
            <a:fld id="{65F62A7E-A2F8-438F-9CF8-47DE63F471B4}" type="slidenum">
              <a:rPr lang="en-US"/>
              <a:pPr/>
              <a:t>2</a:t>
            </a:fld>
            <a:endParaRPr lang="en-US"/>
          </a:p>
        </p:txBody>
      </p:sp>
    </p:spTree>
    <p:extLst>
      <p:ext uri="{BB962C8B-B14F-4D97-AF65-F5344CB8AC3E}">
        <p14:creationId xmlns:p14="http://schemas.microsoft.com/office/powerpoint/2010/main" val="290407322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Slide Image Placeholder 1"/>
          <p:cNvSpPr>
            <a:spLocks noGrp="1" noRot="1" noChangeAspect="1"/>
          </p:cNvSpPr>
          <p:nvPr>
            <p:ph type="sldImg"/>
          </p:nvPr>
        </p:nvSpPr>
        <p:spPr bwMode="auto">
          <a:xfrm>
            <a:off x="381000" y="685800"/>
            <a:ext cx="6096000" cy="3429000"/>
          </a:xfrm>
          <a:noFill/>
          <a:ln>
            <a:solidFill>
              <a:srgbClr val="000000"/>
            </a:solidFill>
            <a:miter lim="800000"/>
            <a:headEnd/>
            <a:tailEnd/>
          </a:ln>
        </p:spPr>
      </p:sp>
      <p:sp>
        <p:nvSpPr>
          <p:cNvPr id="18434" name="Notes Placeholder 2"/>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pPr>
            <a:endParaRPr lang="en-US">
              <a:ea typeface="ＭＳ Ｐゴシック" pitchFamily="1" charset="-128"/>
            </a:endParaRPr>
          </a:p>
        </p:txBody>
      </p:sp>
      <p:sp>
        <p:nvSpPr>
          <p:cNvPr id="18435" name="Slide Number Placeholder 3"/>
          <p:cNvSpPr>
            <a:spLocks noGrp="1"/>
          </p:cNvSpPr>
          <p:nvPr>
            <p:ph type="sldNum" sz="quarter" idx="5"/>
          </p:nvPr>
        </p:nvSpPr>
        <p:spPr bwMode="auto">
          <a:noFill/>
          <a:ln>
            <a:miter lim="800000"/>
            <a:headEnd/>
            <a:tailEnd/>
          </a:ln>
        </p:spPr>
        <p:txBody>
          <a:bodyPr/>
          <a:lstStyle/>
          <a:p>
            <a:fld id="{0CA7B74D-3791-4AC6-8451-F10DBCCCDD9A}" type="slidenum">
              <a:rPr lang="en-US"/>
              <a:pPr/>
              <a:t>3</a:t>
            </a:fld>
            <a:endParaRPr lang="en-US"/>
          </a:p>
        </p:txBody>
      </p:sp>
    </p:spTree>
    <p:extLst>
      <p:ext uri="{BB962C8B-B14F-4D97-AF65-F5344CB8AC3E}">
        <p14:creationId xmlns:p14="http://schemas.microsoft.com/office/powerpoint/2010/main" val="233520629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Slide Image Placeholder 1"/>
          <p:cNvSpPr>
            <a:spLocks noGrp="1" noRot="1" noChangeAspect="1"/>
          </p:cNvSpPr>
          <p:nvPr>
            <p:ph type="sldImg"/>
          </p:nvPr>
        </p:nvSpPr>
        <p:spPr bwMode="auto">
          <a:xfrm>
            <a:off x="381000" y="685800"/>
            <a:ext cx="6096000" cy="3429000"/>
          </a:xfrm>
          <a:noFill/>
          <a:ln>
            <a:solidFill>
              <a:srgbClr val="000000"/>
            </a:solidFill>
            <a:miter lim="800000"/>
            <a:headEnd/>
            <a:tailEnd/>
          </a:ln>
        </p:spPr>
      </p:sp>
      <p:sp>
        <p:nvSpPr>
          <p:cNvPr id="18434" name="Notes Placeholder 2"/>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pPr>
            <a:endParaRPr lang="en-US">
              <a:ea typeface="ＭＳ Ｐゴシック" pitchFamily="1" charset="-128"/>
            </a:endParaRPr>
          </a:p>
        </p:txBody>
      </p:sp>
      <p:sp>
        <p:nvSpPr>
          <p:cNvPr id="18435" name="Slide Number Placeholder 3"/>
          <p:cNvSpPr>
            <a:spLocks noGrp="1"/>
          </p:cNvSpPr>
          <p:nvPr>
            <p:ph type="sldNum" sz="quarter" idx="5"/>
          </p:nvPr>
        </p:nvSpPr>
        <p:spPr bwMode="auto">
          <a:noFill/>
          <a:ln>
            <a:miter lim="800000"/>
            <a:headEnd/>
            <a:tailEnd/>
          </a:ln>
        </p:spPr>
        <p:txBody>
          <a:bodyPr/>
          <a:lstStyle/>
          <a:p>
            <a:pPr marL="0" marR="0" lvl="0" indent="0" algn="r" defTabSz="457200" rtl="0" eaLnBrk="1" fontAlgn="base" latinLnBrk="0" hangingPunct="1">
              <a:lnSpc>
                <a:spcPct val="100000"/>
              </a:lnSpc>
              <a:spcBef>
                <a:spcPct val="0"/>
              </a:spcBef>
              <a:spcAft>
                <a:spcPct val="0"/>
              </a:spcAft>
              <a:buClrTx/>
              <a:buSzTx/>
              <a:buFontTx/>
              <a:buNone/>
              <a:tabLst/>
              <a:defRPr/>
            </a:pPr>
            <a:fld id="{0CA7B74D-3791-4AC6-8451-F10DBCCCDD9A}" type="slidenum">
              <a:rPr kumimoji="0" lang="en-US" sz="1200" b="0" i="0" u="none" strike="noStrike" kern="1200" cap="none" spc="0" normalizeH="0" baseline="0" noProof="0">
                <a:ln>
                  <a:noFill/>
                </a:ln>
                <a:solidFill>
                  <a:prstClr val="black"/>
                </a:solidFill>
                <a:effectLst/>
                <a:uLnTx/>
                <a:uFillTx/>
                <a:latin typeface="Calibri" pitchFamily="34" charset="0"/>
                <a:ea typeface="ＭＳ Ｐゴシック" pitchFamily="1" charset="-128"/>
                <a:cs typeface="+mn-cs"/>
              </a:rPr>
              <a:pPr marL="0" marR="0" lvl="0" indent="0" algn="r" defTabSz="457200" rtl="0" eaLnBrk="1" fontAlgn="base" latinLnBrk="0" hangingPunct="1">
                <a:lnSpc>
                  <a:spcPct val="100000"/>
                </a:lnSpc>
                <a:spcBef>
                  <a:spcPct val="0"/>
                </a:spcBef>
                <a:spcAft>
                  <a:spcPct val="0"/>
                </a:spcAft>
                <a:buClrTx/>
                <a:buSzTx/>
                <a:buFontTx/>
                <a:buNone/>
                <a:tabLst/>
                <a:defRPr/>
              </a:pPr>
              <a:t>4</a:t>
            </a:fld>
            <a:endParaRPr kumimoji="0" lang="en-US" sz="1200" b="0" i="0" u="none" strike="noStrike" kern="1200" cap="none" spc="0" normalizeH="0" baseline="0" noProof="0">
              <a:ln>
                <a:noFill/>
              </a:ln>
              <a:solidFill>
                <a:prstClr val="black"/>
              </a:solidFill>
              <a:effectLst/>
              <a:uLnTx/>
              <a:uFillTx/>
              <a:latin typeface="Calibri" pitchFamily="34" charset="0"/>
              <a:ea typeface="ＭＳ Ｐゴシック" pitchFamily="1" charset="-128"/>
              <a:cs typeface="+mn-cs"/>
            </a:endParaRPr>
          </a:p>
        </p:txBody>
      </p:sp>
    </p:spTree>
    <p:extLst>
      <p:ext uri="{BB962C8B-B14F-4D97-AF65-F5344CB8AC3E}">
        <p14:creationId xmlns:p14="http://schemas.microsoft.com/office/powerpoint/2010/main" val="377350546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Slide Image Placeholder 1"/>
          <p:cNvSpPr>
            <a:spLocks noGrp="1" noRot="1" noChangeAspect="1"/>
          </p:cNvSpPr>
          <p:nvPr>
            <p:ph type="sldImg"/>
          </p:nvPr>
        </p:nvSpPr>
        <p:spPr bwMode="auto">
          <a:xfrm>
            <a:off x="381000" y="685800"/>
            <a:ext cx="6096000" cy="3429000"/>
          </a:xfrm>
          <a:noFill/>
          <a:ln>
            <a:solidFill>
              <a:srgbClr val="000000"/>
            </a:solidFill>
            <a:miter lim="800000"/>
            <a:headEnd/>
            <a:tailEnd/>
          </a:ln>
        </p:spPr>
      </p:sp>
      <p:sp>
        <p:nvSpPr>
          <p:cNvPr id="18434" name="Notes Placeholder 2"/>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pPr>
            <a:endParaRPr lang="en-US">
              <a:ea typeface="ＭＳ Ｐゴシック" pitchFamily="1" charset="-128"/>
            </a:endParaRPr>
          </a:p>
        </p:txBody>
      </p:sp>
      <p:sp>
        <p:nvSpPr>
          <p:cNvPr id="18435" name="Slide Number Placeholder 3"/>
          <p:cNvSpPr>
            <a:spLocks noGrp="1"/>
          </p:cNvSpPr>
          <p:nvPr>
            <p:ph type="sldNum" sz="quarter" idx="5"/>
          </p:nvPr>
        </p:nvSpPr>
        <p:spPr bwMode="auto">
          <a:noFill/>
          <a:ln>
            <a:miter lim="800000"/>
            <a:headEnd/>
            <a:tailEnd/>
          </a:ln>
        </p:spPr>
        <p:txBody>
          <a:bodyPr/>
          <a:lstStyle/>
          <a:p>
            <a:pPr marL="0" marR="0" lvl="0" indent="0" algn="r" defTabSz="457200" rtl="0" eaLnBrk="1" fontAlgn="base" latinLnBrk="0" hangingPunct="1">
              <a:lnSpc>
                <a:spcPct val="100000"/>
              </a:lnSpc>
              <a:spcBef>
                <a:spcPct val="0"/>
              </a:spcBef>
              <a:spcAft>
                <a:spcPct val="0"/>
              </a:spcAft>
              <a:buClrTx/>
              <a:buSzTx/>
              <a:buFontTx/>
              <a:buNone/>
              <a:tabLst/>
              <a:defRPr/>
            </a:pPr>
            <a:fld id="{0CA7B74D-3791-4AC6-8451-F10DBCCCDD9A}" type="slidenum">
              <a:rPr kumimoji="0" lang="en-US" sz="1200" b="0" i="0" u="none" strike="noStrike" kern="1200" cap="none" spc="0" normalizeH="0" baseline="0" noProof="0">
                <a:ln>
                  <a:noFill/>
                </a:ln>
                <a:solidFill>
                  <a:prstClr val="black"/>
                </a:solidFill>
                <a:effectLst/>
                <a:uLnTx/>
                <a:uFillTx/>
                <a:latin typeface="Calibri" pitchFamily="34" charset="0"/>
                <a:ea typeface="ＭＳ Ｐゴシック" pitchFamily="1" charset="-128"/>
                <a:cs typeface="+mn-cs"/>
              </a:rPr>
              <a:pPr marL="0" marR="0" lvl="0" indent="0" algn="r" defTabSz="457200" rtl="0" eaLnBrk="1" fontAlgn="base" latinLnBrk="0" hangingPunct="1">
                <a:lnSpc>
                  <a:spcPct val="100000"/>
                </a:lnSpc>
                <a:spcBef>
                  <a:spcPct val="0"/>
                </a:spcBef>
                <a:spcAft>
                  <a:spcPct val="0"/>
                </a:spcAft>
                <a:buClrTx/>
                <a:buSzTx/>
                <a:buFontTx/>
                <a:buNone/>
                <a:tabLst/>
                <a:defRPr/>
              </a:pPr>
              <a:t>5</a:t>
            </a:fld>
            <a:endParaRPr kumimoji="0" lang="en-US" sz="1200" b="0" i="0" u="none" strike="noStrike" kern="1200" cap="none" spc="0" normalizeH="0" baseline="0" noProof="0">
              <a:ln>
                <a:noFill/>
              </a:ln>
              <a:solidFill>
                <a:prstClr val="black"/>
              </a:solidFill>
              <a:effectLst/>
              <a:uLnTx/>
              <a:uFillTx/>
              <a:latin typeface="Calibri" pitchFamily="34" charset="0"/>
              <a:ea typeface="ＭＳ Ｐゴシック" pitchFamily="1" charset="-128"/>
              <a:cs typeface="+mn-cs"/>
            </a:endParaRPr>
          </a:p>
        </p:txBody>
      </p:sp>
    </p:spTree>
    <p:extLst>
      <p:ext uri="{BB962C8B-B14F-4D97-AF65-F5344CB8AC3E}">
        <p14:creationId xmlns:p14="http://schemas.microsoft.com/office/powerpoint/2010/main" val="264172284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Slide Image Placeholder 1"/>
          <p:cNvSpPr>
            <a:spLocks noGrp="1" noRot="1" noChangeAspect="1"/>
          </p:cNvSpPr>
          <p:nvPr>
            <p:ph type="sldImg"/>
          </p:nvPr>
        </p:nvSpPr>
        <p:spPr bwMode="auto">
          <a:xfrm>
            <a:off x="381000" y="685800"/>
            <a:ext cx="6096000" cy="3429000"/>
          </a:xfrm>
          <a:noFill/>
          <a:ln>
            <a:solidFill>
              <a:srgbClr val="000000"/>
            </a:solidFill>
            <a:miter lim="800000"/>
            <a:headEnd/>
            <a:tailEnd/>
          </a:ln>
        </p:spPr>
      </p:sp>
      <p:sp>
        <p:nvSpPr>
          <p:cNvPr id="18434" name="Notes Placeholder 2"/>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pPr>
            <a:endParaRPr lang="en-US">
              <a:ea typeface="ＭＳ Ｐゴシック" pitchFamily="1" charset="-128"/>
            </a:endParaRPr>
          </a:p>
        </p:txBody>
      </p:sp>
      <p:sp>
        <p:nvSpPr>
          <p:cNvPr id="18435" name="Slide Number Placeholder 3"/>
          <p:cNvSpPr>
            <a:spLocks noGrp="1"/>
          </p:cNvSpPr>
          <p:nvPr>
            <p:ph type="sldNum" sz="quarter" idx="5"/>
          </p:nvPr>
        </p:nvSpPr>
        <p:spPr bwMode="auto">
          <a:noFill/>
          <a:ln>
            <a:miter lim="800000"/>
            <a:headEnd/>
            <a:tailEnd/>
          </a:ln>
        </p:spPr>
        <p:txBody>
          <a:bodyPr/>
          <a:lstStyle/>
          <a:p>
            <a:pPr marL="0" marR="0" lvl="0" indent="0" algn="r" defTabSz="457200" rtl="0" eaLnBrk="1" fontAlgn="base" latinLnBrk="0" hangingPunct="1">
              <a:lnSpc>
                <a:spcPct val="100000"/>
              </a:lnSpc>
              <a:spcBef>
                <a:spcPct val="0"/>
              </a:spcBef>
              <a:spcAft>
                <a:spcPct val="0"/>
              </a:spcAft>
              <a:buClrTx/>
              <a:buSzTx/>
              <a:buFontTx/>
              <a:buNone/>
              <a:tabLst/>
              <a:defRPr/>
            </a:pPr>
            <a:fld id="{0CA7B74D-3791-4AC6-8451-F10DBCCCDD9A}" type="slidenum">
              <a:rPr kumimoji="0" lang="en-US" sz="1200" b="0" i="0" u="none" strike="noStrike" kern="1200" cap="none" spc="0" normalizeH="0" baseline="0" noProof="0">
                <a:ln>
                  <a:noFill/>
                </a:ln>
                <a:solidFill>
                  <a:prstClr val="black"/>
                </a:solidFill>
                <a:effectLst/>
                <a:uLnTx/>
                <a:uFillTx/>
                <a:latin typeface="Calibri" pitchFamily="34" charset="0"/>
                <a:ea typeface="ＭＳ Ｐゴシック" pitchFamily="1" charset="-128"/>
                <a:cs typeface="+mn-cs"/>
              </a:rPr>
              <a:pPr marL="0" marR="0" lvl="0" indent="0" algn="r" defTabSz="457200" rtl="0" eaLnBrk="1" fontAlgn="base" latinLnBrk="0" hangingPunct="1">
                <a:lnSpc>
                  <a:spcPct val="100000"/>
                </a:lnSpc>
                <a:spcBef>
                  <a:spcPct val="0"/>
                </a:spcBef>
                <a:spcAft>
                  <a:spcPct val="0"/>
                </a:spcAft>
                <a:buClrTx/>
                <a:buSzTx/>
                <a:buFontTx/>
                <a:buNone/>
                <a:tabLst/>
                <a:defRPr/>
              </a:pPr>
              <a:t>6</a:t>
            </a:fld>
            <a:endParaRPr kumimoji="0" lang="en-US" sz="1200" b="0" i="0" u="none" strike="noStrike" kern="1200" cap="none" spc="0" normalizeH="0" baseline="0" noProof="0">
              <a:ln>
                <a:noFill/>
              </a:ln>
              <a:solidFill>
                <a:prstClr val="black"/>
              </a:solidFill>
              <a:effectLst/>
              <a:uLnTx/>
              <a:uFillTx/>
              <a:latin typeface="Calibri" pitchFamily="34" charset="0"/>
              <a:ea typeface="ＭＳ Ｐゴシック" pitchFamily="1" charset="-128"/>
              <a:cs typeface="+mn-cs"/>
            </a:endParaRPr>
          </a:p>
        </p:txBody>
      </p:sp>
    </p:spTree>
    <p:extLst>
      <p:ext uri="{BB962C8B-B14F-4D97-AF65-F5344CB8AC3E}">
        <p14:creationId xmlns:p14="http://schemas.microsoft.com/office/powerpoint/2010/main" val="190867272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28"/>
            <a:ext cx="10363200" cy="1470025"/>
          </a:xfrm>
        </p:spPr>
        <p:txBody>
          <a:bodyPr/>
          <a:lstStyle/>
          <a:p>
            <a:r>
              <a:rPr lang="en-US"/>
              <a:t>Click to edit Master title style</a:t>
            </a:r>
          </a:p>
        </p:txBody>
      </p:sp>
      <p:sp>
        <p:nvSpPr>
          <p:cNvPr id="3" name="Subtitle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lvl1pPr>
              <a:defRPr/>
            </a:lvl1pPr>
          </a:lstStyle>
          <a:p>
            <a:fld id="{E60792E3-D524-454C-8AFD-A91972900BCB}" type="datetime1">
              <a:rPr lang="en-US" smtClean="0"/>
              <a:t>9/30/2024</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6" name="Slide Number Placeholder 5"/>
          <p:cNvSpPr>
            <a:spLocks noGrp="1"/>
          </p:cNvSpPr>
          <p:nvPr>
            <p:ph type="sldNum" sz="quarter" idx="12"/>
          </p:nvPr>
        </p:nvSpPr>
        <p:spPr/>
        <p:txBody>
          <a:bodyPr/>
          <a:lstStyle>
            <a:lvl1pPr>
              <a:defRPr/>
            </a:lvl1pPr>
          </a:lstStyle>
          <a:p>
            <a:fld id="{5B7E1BAA-A38D-40DE-B22C-DF9BD7D82058}" type="slidenum">
              <a:rPr lang="en-US"/>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fld id="{708B7524-32A2-4C20-A58C-BC3BAA1042FC}" type="datetime1">
              <a:rPr lang="en-US" smtClean="0"/>
              <a:t>9/30/2024</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6" name="Slide Number Placeholder 5"/>
          <p:cNvSpPr>
            <a:spLocks noGrp="1"/>
          </p:cNvSpPr>
          <p:nvPr>
            <p:ph type="sldNum" sz="quarter" idx="12"/>
          </p:nvPr>
        </p:nvSpPr>
        <p:spPr/>
        <p:txBody>
          <a:bodyPr/>
          <a:lstStyle>
            <a:lvl1pPr>
              <a:defRPr/>
            </a:lvl1pPr>
          </a:lstStyle>
          <a:p>
            <a:fld id="{677C3CE7-23F7-4828-823C-E0205DF2CF97}" type="slidenum">
              <a:rPr lang="en-US"/>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3"/>
            <a:ext cx="103632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lvl1pPr>
              <a:defRPr/>
            </a:lvl1pPr>
          </a:lstStyle>
          <a:p>
            <a:fld id="{1E994447-D6B2-43BB-A877-57F1A267B999}" type="datetime1">
              <a:rPr lang="en-US" smtClean="0"/>
              <a:t>9/30/2024</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6" name="Slide Number Placeholder 5"/>
          <p:cNvSpPr>
            <a:spLocks noGrp="1"/>
          </p:cNvSpPr>
          <p:nvPr>
            <p:ph type="sldNum" sz="quarter" idx="12"/>
          </p:nvPr>
        </p:nvSpPr>
        <p:spPr/>
        <p:txBody>
          <a:bodyPr/>
          <a:lstStyle>
            <a:lvl1pPr>
              <a:defRPr/>
            </a:lvl1pPr>
          </a:lstStyle>
          <a:p>
            <a:fld id="{41DB31D2-2A87-4F4C-A9AD-05C6CC2B321D}" type="slidenum">
              <a:rPr lang="en-US"/>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09600" y="1600203"/>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600203"/>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3"/>
          <p:cNvSpPr>
            <a:spLocks noGrp="1"/>
          </p:cNvSpPr>
          <p:nvPr>
            <p:ph type="dt" sz="half" idx="10"/>
          </p:nvPr>
        </p:nvSpPr>
        <p:spPr/>
        <p:txBody>
          <a:bodyPr/>
          <a:lstStyle>
            <a:lvl1pPr>
              <a:defRPr/>
            </a:lvl1pPr>
          </a:lstStyle>
          <a:p>
            <a:fld id="{68920E16-BD35-483C-AA6B-346FC7E46DEA}" type="datetime1">
              <a:rPr lang="en-US" smtClean="0"/>
              <a:t>9/30/2024</a:t>
            </a:fld>
            <a:endParaRPr lang="en-US"/>
          </a:p>
        </p:txBody>
      </p:sp>
      <p:sp>
        <p:nvSpPr>
          <p:cNvPr id="6"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7" name="Slide Number Placeholder 5"/>
          <p:cNvSpPr>
            <a:spLocks noGrp="1"/>
          </p:cNvSpPr>
          <p:nvPr>
            <p:ph type="sldNum" sz="quarter" idx="12"/>
          </p:nvPr>
        </p:nvSpPr>
        <p:spPr/>
        <p:txBody>
          <a:bodyPr/>
          <a:lstStyle>
            <a:lvl1pPr>
              <a:defRPr/>
            </a:lvl1pPr>
          </a:lstStyle>
          <a:p>
            <a:fld id="{E1FC16D9-1635-4844-816A-0A8A2160FADA}" type="slidenum">
              <a:rPr lang="en-US"/>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3369"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9"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3"/>
          <p:cNvSpPr>
            <a:spLocks noGrp="1"/>
          </p:cNvSpPr>
          <p:nvPr>
            <p:ph type="dt" sz="half" idx="10"/>
          </p:nvPr>
        </p:nvSpPr>
        <p:spPr/>
        <p:txBody>
          <a:bodyPr/>
          <a:lstStyle>
            <a:lvl1pPr>
              <a:defRPr/>
            </a:lvl1pPr>
          </a:lstStyle>
          <a:p>
            <a:fld id="{2FEAC6F8-5103-4FC0-A69E-5C6AE6469DA8}" type="datetime1">
              <a:rPr lang="en-US" smtClean="0"/>
              <a:t>9/30/2024</a:t>
            </a:fld>
            <a:endParaRPr lang="en-US"/>
          </a:p>
        </p:txBody>
      </p:sp>
      <p:sp>
        <p:nvSpPr>
          <p:cNvPr id="8"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9" name="Slide Number Placeholder 5"/>
          <p:cNvSpPr>
            <a:spLocks noGrp="1"/>
          </p:cNvSpPr>
          <p:nvPr>
            <p:ph type="sldNum" sz="quarter" idx="12"/>
          </p:nvPr>
        </p:nvSpPr>
        <p:spPr/>
        <p:txBody>
          <a:bodyPr/>
          <a:lstStyle>
            <a:lvl1pPr>
              <a:defRPr/>
            </a:lvl1pPr>
          </a:lstStyle>
          <a:p>
            <a:fld id="{71C4100A-98DE-4944-910A-A93F5CA9F724}" type="slidenum">
              <a:rPr lang="en-US"/>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3"/>
          <p:cNvSpPr>
            <a:spLocks noGrp="1"/>
          </p:cNvSpPr>
          <p:nvPr>
            <p:ph type="dt" sz="half" idx="10"/>
          </p:nvPr>
        </p:nvSpPr>
        <p:spPr/>
        <p:txBody>
          <a:bodyPr/>
          <a:lstStyle>
            <a:lvl1pPr>
              <a:defRPr/>
            </a:lvl1pPr>
          </a:lstStyle>
          <a:p>
            <a:fld id="{C60C6921-0627-4C8F-83D5-0CF936D2FFDD}" type="datetime1">
              <a:rPr lang="en-US" smtClean="0"/>
              <a:t>9/30/2024</a:t>
            </a:fld>
            <a:endParaRPr lang="en-US"/>
          </a:p>
        </p:txBody>
      </p:sp>
      <p:sp>
        <p:nvSpPr>
          <p:cNvPr id="4"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5" name="Slide Number Placeholder 5"/>
          <p:cNvSpPr>
            <a:spLocks noGrp="1"/>
          </p:cNvSpPr>
          <p:nvPr>
            <p:ph type="sldNum" sz="quarter" idx="12"/>
          </p:nvPr>
        </p:nvSpPr>
        <p:spPr/>
        <p:txBody>
          <a:bodyPr/>
          <a:lstStyle>
            <a:lvl1pPr>
              <a:defRPr/>
            </a:lvl1pPr>
          </a:lstStyle>
          <a:p>
            <a:fld id="{6A63342B-5A73-45DC-864D-086DE78037EF}" type="slidenum">
              <a:rPr lang="en-US"/>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fld id="{2FF08AD7-8103-40F8-983C-E2BA6BB9CBE0}" type="datetime1">
              <a:rPr lang="en-US" smtClean="0"/>
              <a:t>9/30/2024</a:t>
            </a:fld>
            <a:endParaRPr lang="en-US"/>
          </a:p>
        </p:txBody>
      </p:sp>
      <p:sp>
        <p:nvSpPr>
          <p:cNvPr id="3"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4" name="Slide Number Placeholder 5"/>
          <p:cNvSpPr>
            <a:spLocks noGrp="1"/>
          </p:cNvSpPr>
          <p:nvPr>
            <p:ph type="sldNum" sz="quarter" idx="12"/>
          </p:nvPr>
        </p:nvSpPr>
        <p:spPr/>
        <p:txBody>
          <a:bodyPr/>
          <a:lstStyle>
            <a:lvl1pPr>
              <a:defRPr/>
            </a:lvl1pPr>
          </a:lstStyle>
          <a:p>
            <a:fld id="{B635AFB3-1ACD-44AC-8702-86B1729DF035}" type="slidenum">
              <a:rPr lang="en-US"/>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2" y="273050"/>
            <a:ext cx="4011084"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4766733" y="273053"/>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02" y="1435103"/>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fld id="{DF8C06B4-9380-4A4D-AF49-A3596E17DAF5}" type="datetime1">
              <a:rPr lang="en-US" smtClean="0"/>
              <a:t>9/30/2024</a:t>
            </a:fld>
            <a:endParaRPr lang="en-US"/>
          </a:p>
        </p:txBody>
      </p:sp>
      <p:sp>
        <p:nvSpPr>
          <p:cNvPr id="6"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7" name="Slide Number Placeholder 5"/>
          <p:cNvSpPr>
            <a:spLocks noGrp="1"/>
          </p:cNvSpPr>
          <p:nvPr>
            <p:ph type="sldNum" sz="quarter" idx="12"/>
          </p:nvPr>
        </p:nvSpPr>
        <p:spPr/>
        <p:txBody>
          <a:bodyPr/>
          <a:lstStyle>
            <a:lvl1pPr>
              <a:defRPr/>
            </a:lvl1pPr>
          </a:lstStyle>
          <a:p>
            <a:fld id="{05CF15F3-5E77-4C57-9E21-50D6D1D6C022}" type="slidenum">
              <a:rPr lang="en-US"/>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2389717" y="612775"/>
            <a:ext cx="73152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Click icon to add picture</a:t>
            </a:r>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fld id="{EF7FDEF1-C582-4E22-9E77-D68326471F28}" type="datetime1">
              <a:rPr lang="en-US" smtClean="0"/>
              <a:t>9/30/2024</a:t>
            </a:fld>
            <a:endParaRPr lang="en-US"/>
          </a:p>
        </p:txBody>
      </p:sp>
      <p:sp>
        <p:nvSpPr>
          <p:cNvPr id="6"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7" name="Slide Number Placeholder 5"/>
          <p:cNvSpPr>
            <a:spLocks noGrp="1"/>
          </p:cNvSpPr>
          <p:nvPr>
            <p:ph type="sldNum" sz="quarter" idx="12"/>
          </p:nvPr>
        </p:nvSpPr>
        <p:spPr/>
        <p:txBody>
          <a:bodyPr/>
          <a:lstStyle>
            <a:lvl1pPr>
              <a:defRPr/>
            </a:lvl1pPr>
          </a:lstStyle>
          <a:p>
            <a:fld id="{1242169A-B3C7-4FB6-967F-AF95F4EB3315}" type="slidenum">
              <a:rPr lang="en-US"/>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fld id="{053C3A68-6922-42D3-8905-ECC2D82A3469}" type="datetime1">
              <a:rPr lang="en-US" smtClean="0"/>
              <a:t>9/30/2024</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6" name="Slide Number Placeholder 5"/>
          <p:cNvSpPr>
            <a:spLocks noGrp="1"/>
          </p:cNvSpPr>
          <p:nvPr>
            <p:ph type="sldNum" sz="quarter" idx="12"/>
          </p:nvPr>
        </p:nvSpPr>
        <p:spPr/>
        <p:txBody>
          <a:bodyPr/>
          <a:lstStyle>
            <a:lvl1pPr>
              <a:defRPr/>
            </a:lvl1pPr>
          </a:lstStyle>
          <a:p>
            <a:fld id="{94FDD027-5576-4F27-AAB6-1D994836EE78}" type="slidenum">
              <a:rPr lang="en-US"/>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41"/>
            <a:ext cx="27432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09600" y="274641"/>
            <a:ext cx="80264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fld id="{CB69E9F4-7604-4950-A8B2-8ACDEDB1506E}" type="datetime1">
              <a:rPr lang="en-US" smtClean="0"/>
              <a:t>9/30/2024</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6" name="Slide Number Placeholder 5"/>
          <p:cNvSpPr>
            <a:spLocks noGrp="1"/>
          </p:cNvSpPr>
          <p:nvPr>
            <p:ph type="sldNum" sz="quarter" idx="12"/>
          </p:nvPr>
        </p:nvSpPr>
        <p:spPr/>
        <p:txBody>
          <a:bodyPr/>
          <a:lstStyle>
            <a:lvl1pPr>
              <a:defRPr/>
            </a:lvl1pPr>
          </a:lstStyle>
          <a:p>
            <a:fld id="{2957CE61-8714-431B-A40A-01B1C5541AB7}" type="slidenum">
              <a:rPr lang="en-US"/>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609600" y="-47625"/>
            <a:ext cx="10972800" cy="1143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a:t>Click to edit Master title style</a:t>
            </a:r>
          </a:p>
        </p:txBody>
      </p:sp>
      <p:sp>
        <p:nvSpPr>
          <p:cNvPr id="1027" name="Text Placeholder 2"/>
          <p:cNvSpPr>
            <a:spLocks noGrp="1"/>
          </p:cNvSpPr>
          <p:nvPr>
            <p:ph type="body" idx="1"/>
          </p:nvPr>
        </p:nvSpPr>
        <p:spPr bwMode="auto">
          <a:xfrm>
            <a:off x="609600" y="1095375"/>
            <a:ext cx="10972800" cy="5030788"/>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09600" y="6356353"/>
            <a:ext cx="2844800" cy="365125"/>
          </a:xfrm>
          <a:prstGeom prst="rect">
            <a:avLst/>
          </a:prstGeom>
        </p:spPr>
        <p:txBody>
          <a:bodyPr vert="horz" wrap="square" lIns="91440" tIns="45720" rIns="91440" bIns="45720" numCol="1" anchor="ctr" anchorCtr="0" compatLnSpc="1">
            <a:prstTxWarp prst="textNoShape">
              <a:avLst/>
            </a:prstTxWarp>
          </a:bodyPr>
          <a:lstStyle>
            <a:lvl1pPr>
              <a:defRPr sz="1200">
                <a:solidFill>
                  <a:srgbClr val="898989"/>
                </a:solidFill>
                <a:latin typeface="TradeGothic" pitchFamily="1" charset="0"/>
              </a:defRPr>
            </a:lvl1pPr>
          </a:lstStyle>
          <a:p>
            <a:fld id="{780A9602-A9A9-453F-AEF1-37B5837E02CD}" type="datetime1">
              <a:rPr lang="en-US" smtClean="0"/>
              <a:t>9/30/2024</a:t>
            </a:fld>
            <a:endParaRPr lang="en-US"/>
          </a:p>
        </p:txBody>
      </p:sp>
      <p:sp>
        <p:nvSpPr>
          <p:cNvPr id="5" name="Footer Placeholder 4"/>
          <p:cNvSpPr>
            <a:spLocks noGrp="1"/>
          </p:cNvSpPr>
          <p:nvPr>
            <p:ph type="ftr" sz="quarter" idx="3"/>
          </p:nvPr>
        </p:nvSpPr>
        <p:spPr>
          <a:xfrm>
            <a:off x="4165600" y="6356353"/>
            <a:ext cx="3860800" cy="365125"/>
          </a:xfrm>
          <a:prstGeom prst="rect">
            <a:avLst/>
          </a:prstGeom>
        </p:spPr>
        <p:txBody>
          <a:bodyPr vert="horz" lIns="91440" tIns="45720" rIns="91440" bIns="45720" rtlCol="0" anchor="ctr"/>
          <a:lstStyle>
            <a:lvl1pPr algn="ctr" fontAlgn="auto">
              <a:spcBef>
                <a:spcPts val="0"/>
              </a:spcBef>
              <a:spcAft>
                <a:spcPts val="0"/>
              </a:spcAft>
              <a:defRPr sz="1200">
                <a:solidFill>
                  <a:schemeClr val="tx1">
                    <a:tint val="75000"/>
                  </a:schemeClr>
                </a:solidFill>
                <a:latin typeface="TradeGothic"/>
                <a:ea typeface="+mn-ea"/>
                <a:cs typeface="+mn-cs"/>
              </a:defRPr>
            </a:lvl1pPr>
          </a:lstStyle>
          <a:p>
            <a:pPr>
              <a:defRPr/>
            </a:pPr>
            <a:r>
              <a:rPr lang="en-US"/>
              <a:t>@SIH Idea submission- Template</a:t>
            </a:r>
          </a:p>
        </p:txBody>
      </p:sp>
      <p:sp>
        <p:nvSpPr>
          <p:cNvPr id="6" name="Slide Number Placeholder 5"/>
          <p:cNvSpPr>
            <a:spLocks noGrp="1"/>
          </p:cNvSpPr>
          <p:nvPr>
            <p:ph type="sldNum" sz="quarter" idx="4"/>
          </p:nvPr>
        </p:nvSpPr>
        <p:spPr>
          <a:xfrm>
            <a:off x="8737600" y="6356353"/>
            <a:ext cx="2844800" cy="365125"/>
          </a:xfrm>
          <a:prstGeom prst="rect">
            <a:avLst/>
          </a:prstGeom>
        </p:spPr>
        <p:txBody>
          <a:bodyPr vert="horz" wrap="square" lIns="91440" tIns="45720" rIns="91440" bIns="45720" numCol="1" anchor="ctr" anchorCtr="0" compatLnSpc="1">
            <a:prstTxWarp prst="textNoShape">
              <a:avLst/>
            </a:prstTxWarp>
          </a:bodyPr>
          <a:lstStyle>
            <a:lvl1pPr algn="r">
              <a:defRPr sz="1200">
                <a:solidFill>
                  <a:srgbClr val="898989"/>
                </a:solidFill>
                <a:latin typeface="TradeGothic" pitchFamily="1" charset="0"/>
              </a:defRPr>
            </a:lvl1pPr>
          </a:lstStyle>
          <a:p>
            <a:fld id="{1411BA53-830D-4830-BB65-E58DBE17D0B7}" type="slidenum">
              <a:rPr lang="en-US"/>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dt="0"/>
  <p:txStyles>
    <p:titleStyle>
      <a:lvl1pPr algn="ctr" defTabSz="457200" rtl="0" eaLnBrk="1" fontAlgn="base" hangingPunct="1">
        <a:spcBef>
          <a:spcPct val="0"/>
        </a:spcBef>
        <a:spcAft>
          <a:spcPct val="0"/>
        </a:spcAft>
        <a:defRPr sz="4400" kern="1200">
          <a:solidFill>
            <a:schemeClr val="tx1"/>
          </a:solidFill>
          <a:latin typeface="TradeGothic"/>
          <a:ea typeface="ＭＳ Ｐゴシック" charset="0"/>
          <a:cs typeface="ＭＳ Ｐゴシック" charset="0"/>
        </a:defRPr>
      </a:lvl1pPr>
      <a:lvl2pPr algn="ctr" defTabSz="457200" rtl="0" eaLnBrk="1" fontAlgn="base" hangingPunct="1">
        <a:spcBef>
          <a:spcPct val="0"/>
        </a:spcBef>
        <a:spcAft>
          <a:spcPct val="0"/>
        </a:spcAft>
        <a:defRPr sz="4400">
          <a:solidFill>
            <a:schemeClr val="tx1"/>
          </a:solidFill>
          <a:latin typeface="TradeGothic" charset="0"/>
          <a:ea typeface="ＭＳ Ｐゴシック" charset="0"/>
          <a:cs typeface="ＭＳ Ｐゴシック" charset="0"/>
        </a:defRPr>
      </a:lvl2pPr>
      <a:lvl3pPr algn="ctr" defTabSz="457200" rtl="0" eaLnBrk="1" fontAlgn="base" hangingPunct="1">
        <a:spcBef>
          <a:spcPct val="0"/>
        </a:spcBef>
        <a:spcAft>
          <a:spcPct val="0"/>
        </a:spcAft>
        <a:defRPr sz="4400">
          <a:solidFill>
            <a:schemeClr val="tx1"/>
          </a:solidFill>
          <a:latin typeface="TradeGothic" charset="0"/>
          <a:ea typeface="ＭＳ Ｐゴシック" charset="0"/>
          <a:cs typeface="ＭＳ Ｐゴシック" charset="0"/>
        </a:defRPr>
      </a:lvl3pPr>
      <a:lvl4pPr algn="ctr" defTabSz="457200" rtl="0" eaLnBrk="1" fontAlgn="base" hangingPunct="1">
        <a:spcBef>
          <a:spcPct val="0"/>
        </a:spcBef>
        <a:spcAft>
          <a:spcPct val="0"/>
        </a:spcAft>
        <a:defRPr sz="4400">
          <a:solidFill>
            <a:schemeClr val="tx1"/>
          </a:solidFill>
          <a:latin typeface="TradeGothic" charset="0"/>
          <a:ea typeface="ＭＳ Ｐゴシック" charset="0"/>
          <a:cs typeface="ＭＳ Ｐゴシック" charset="0"/>
        </a:defRPr>
      </a:lvl4pPr>
      <a:lvl5pPr algn="ctr" defTabSz="457200" rtl="0" eaLnBrk="1" fontAlgn="base" hangingPunct="1">
        <a:spcBef>
          <a:spcPct val="0"/>
        </a:spcBef>
        <a:spcAft>
          <a:spcPct val="0"/>
        </a:spcAft>
        <a:defRPr sz="4400">
          <a:solidFill>
            <a:schemeClr val="tx1"/>
          </a:solidFill>
          <a:latin typeface="TradeGothic" charset="0"/>
          <a:ea typeface="ＭＳ Ｐゴシック" charset="0"/>
          <a:cs typeface="ＭＳ Ｐゴシック" charset="0"/>
        </a:defRPr>
      </a:lvl5pPr>
      <a:lvl6pPr marL="457200" algn="ctr" defTabSz="457200" rtl="0" eaLnBrk="1" fontAlgn="base" hangingPunct="1">
        <a:spcBef>
          <a:spcPct val="0"/>
        </a:spcBef>
        <a:spcAft>
          <a:spcPct val="0"/>
        </a:spcAft>
        <a:defRPr sz="4400">
          <a:solidFill>
            <a:schemeClr val="tx1"/>
          </a:solidFill>
          <a:latin typeface="TradeGothic" charset="0"/>
          <a:ea typeface="ＭＳ Ｐゴシック" charset="0"/>
          <a:cs typeface="ＭＳ Ｐゴシック" charset="0"/>
        </a:defRPr>
      </a:lvl6pPr>
      <a:lvl7pPr marL="914400" algn="ctr" defTabSz="457200" rtl="0" eaLnBrk="1" fontAlgn="base" hangingPunct="1">
        <a:spcBef>
          <a:spcPct val="0"/>
        </a:spcBef>
        <a:spcAft>
          <a:spcPct val="0"/>
        </a:spcAft>
        <a:defRPr sz="4400">
          <a:solidFill>
            <a:schemeClr val="tx1"/>
          </a:solidFill>
          <a:latin typeface="TradeGothic" charset="0"/>
          <a:ea typeface="ＭＳ Ｐゴシック" charset="0"/>
          <a:cs typeface="ＭＳ Ｐゴシック" charset="0"/>
        </a:defRPr>
      </a:lvl7pPr>
      <a:lvl8pPr marL="1371600" algn="ctr" defTabSz="457200" rtl="0" eaLnBrk="1" fontAlgn="base" hangingPunct="1">
        <a:spcBef>
          <a:spcPct val="0"/>
        </a:spcBef>
        <a:spcAft>
          <a:spcPct val="0"/>
        </a:spcAft>
        <a:defRPr sz="4400">
          <a:solidFill>
            <a:schemeClr val="tx1"/>
          </a:solidFill>
          <a:latin typeface="TradeGothic" charset="0"/>
          <a:ea typeface="ＭＳ Ｐゴシック" charset="0"/>
          <a:cs typeface="ＭＳ Ｐゴシック" charset="0"/>
        </a:defRPr>
      </a:lvl8pPr>
      <a:lvl9pPr marL="1828800" algn="ctr" defTabSz="457200" rtl="0" eaLnBrk="1" fontAlgn="base" hangingPunct="1">
        <a:spcBef>
          <a:spcPct val="0"/>
        </a:spcBef>
        <a:spcAft>
          <a:spcPct val="0"/>
        </a:spcAft>
        <a:defRPr sz="4400">
          <a:solidFill>
            <a:schemeClr val="tx1"/>
          </a:solidFill>
          <a:latin typeface="TradeGothic" charset="0"/>
          <a:ea typeface="ＭＳ Ｐゴシック" charset="0"/>
          <a:cs typeface="ＭＳ Ｐゴシック" charset="0"/>
        </a:defRPr>
      </a:lvl9pPr>
    </p:titleStyle>
    <p:bodyStyle>
      <a:lvl1pPr marL="342900" indent="-342900" algn="l" defTabSz="457200" rtl="0" eaLnBrk="1" fontAlgn="base" hangingPunct="1">
        <a:spcBef>
          <a:spcPct val="20000"/>
        </a:spcBef>
        <a:spcAft>
          <a:spcPct val="0"/>
        </a:spcAft>
        <a:buFont typeface="Arial" pitchFamily="34" charset="0"/>
        <a:buChar char="•"/>
        <a:defRPr sz="3200" kern="1200">
          <a:solidFill>
            <a:schemeClr val="tx1"/>
          </a:solidFill>
          <a:latin typeface="TradeGothic"/>
          <a:ea typeface="ＭＳ Ｐゴシック" charset="0"/>
          <a:cs typeface="ＭＳ Ｐゴシック" charset="0"/>
        </a:defRPr>
      </a:lvl1pPr>
      <a:lvl2pPr marL="742950" indent="-285750" algn="l" defTabSz="457200" rtl="0" eaLnBrk="1" fontAlgn="base" hangingPunct="1">
        <a:spcBef>
          <a:spcPct val="20000"/>
        </a:spcBef>
        <a:spcAft>
          <a:spcPct val="0"/>
        </a:spcAft>
        <a:buFont typeface="Arial" pitchFamily="34" charset="0"/>
        <a:buChar char="–"/>
        <a:defRPr sz="2800" kern="1200">
          <a:solidFill>
            <a:schemeClr val="tx1"/>
          </a:solidFill>
          <a:latin typeface="TradeGothic"/>
          <a:ea typeface="ＭＳ Ｐゴシック" charset="0"/>
          <a:cs typeface="+mn-cs"/>
        </a:defRPr>
      </a:lvl2pPr>
      <a:lvl3pPr marL="1143000" indent="-228600" algn="l" defTabSz="457200" rtl="0" eaLnBrk="1" fontAlgn="base" hangingPunct="1">
        <a:spcBef>
          <a:spcPct val="20000"/>
        </a:spcBef>
        <a:spcAft>
          <a:spcPct val="0"/>
        </a:spcAft>
        <a:buFont typeface="Arial" pitchFamily="34" charset="0"/>
        <a:buChar char="•"/>
        <a:defRPr sz="2400" kern="1200">
          <a:solidFill>
            <a:schemeClr val="tx1"/>
          </a:solidFill>
          <a:latin typeface="TradeGothic"/>
          <a:ea typeface="ＭＳ Ｐゴシック" charset="0"/>
          <a:cs typeface="+mn-cs"/>
        </a:defRPr>
      </a:lvl3pPr>
      <a:lvl4pPr marL="1600200" indent="-228600" algn="l" defTabSz="457200" rtl="0" eaLnBrk="1" fontAlgn="base" hangingPunct="1">
        <a:spcBef>
          <a:spcPct val="20000"/>
        </a:spcBef>
        <a:spcAft>
          <a:spcPct val="0"/>
        </a:spcAft>
        <a:buFont typeface="Arial" pitchFamily="34" charset="0"/>
        <a:buChar char="–"/>
        <a:defRPr sz="2000" kern="1200">
          <a:solidFill>
            <a:schemeClr val="tx1"/>
          </a:solidFill>
          <a:latin typeface="TradeGothic"/>
          <a:ea typeface="ＭＳ Ｐゴシック" charset="0"/>
          <a:cs typeface="+mn-cs"/>
        </a:defRPr>
      </a:lvl4pPr>
      <a:lvl5pPr marL="2057400" indent="-228600" algn="l" defTabSz="457200" rtl="0" eaLnBrk="1" fontAlgn="base" hangingPunct="1">
        <a:spcBef>
          <a:spcPct val="20000"/>
        </a:spcBef>
        <a:spcAft>
          <a:spcPct val="0"/>
        </a:spcAft>
        <a:buFont typeface="Arial" pitchFamily="34" charset="0"/>
        <a:buChar char="»"/>
        <a:defRPr sz="2000" kern="1200">
          <a:solidFill>
            <a:schemeClr val="tx1"/>
          </a:solidFill>
          <a:latin typeface="TradeGothic"/>
          <a:ea typeface="ＭＳ Ｐゴシック" charset="0"/>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1.xml"/><Relationship Id="rId1" Type="http://schemas.openxmlformats.org/officeDocument/2006/relationships/slideLayout" Target="../slideLayouts/slideLayout2.xml"/><Relationship Id="rId5" Type="http://schemas.openxmlformats.org/officeDocument/2006/relationships/image" Target="../media/image2.png"/><Relationship Id="rId4" Type="http://schemas.openxmlformats.org/officeDocument/2006/relationships/hyperlink" Target="https://youtu.be/JNJ41hFCE5Q" TargetMode="Externa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4.xml"/><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image" Target="../media/image5.png"/><Relationship Id="rId5" Type="http://schemas.openxmlformats.org/officeDocument/2006/relationships/image" Target="../media/image6.png"/><Relationship Id="rId4" Type="http://schemas.openxmlformats.org/officeDocument/2006/relationships/customXml" Target="../ink/ink1.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8" Type="http://schemas.openxmlformats.org/officeDocument/2006/relationships/hyperlink" Target="https://www.classter.com/blog/edtech/integrating-school-management-systems-in-modern-education/" TargetMode="External"/><Relationship Id="rId3" Type="http://schemas.openxmlformats.org/officeDocument/2006/relationships/hyperlink" Target="https://www.researchgate.net/publication/359197516_QR_Codes_in_Education_A_Review" TargetMode="External"/><Relationship Id="rId7" Type="http://schemas.openxmlformats.org/officeDocument/2006/relationships/hyperlink" Target="https://www.researchgate.net/publication/281587370" TargetMode="External"/><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hyperlink" Target="https://www.qr-code-generator.com/blog/qr-codes-in-the-classroom/" TargetMode="External"/><Relationship Id="rId5" Type="http://schemas.openxmlformats.org/officeDocument/2006/relationships/hyperlink" Target="https://www.researchgate.net/publication/263075152_Blending_Classroom_Teaching_and_Learning_with_QR_Codes" TargetMode="External"/><Relationship Id="rId4" Type="http://schemas.openxmlformats.org/officeDocument/2006/relationships/hyperlink" Target="https://www.researchgate.net/publication/378110423_A_Novel_QR_Code_Based_Smart_Attendance_Tracking_System" TargetMode="External"/><Relationship Id="rId9"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6" name="Rectangle 24">
            <a:extLst>
              <a:ext uri="{FF2B5EF4-FFF2-40B4-BE49-F238E27FC236}">
                <a16:creationId xmlns:a16="http://schemas.microsoft.com/office/drawing/2014/main" id="{3E443FD7-A66B-4AA0-872D-B088B9BC5F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2400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Freeform: Shape 26">
            <a:extLst>
              <a:ext uri="{FF2B5EF4-FFF2-40B4-BE49-F238E27FC236}">
                <a16:creationId xmlns:a16="http://schemas.microsoft.com/office/drawing/2014/main" id="{C04BE0EF-3561-49B4-9A29-F283168A91C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56780" y="851521"/>
            <a:ext cx="4638605" cy="5154967"/>
          </a:xfrm>
          <a:custGeom>
            <a:avLst/>
            <a:gdLst>
              <a:gd name="connsiteX0" fmla="*/ 363179 w 6184806"/>
              <a:gd name="connsiteY0" fmla="*/ 3125191 h 5154967"/>
              <a:gd name="connsiteX1" fmla="*/ 898270 w 6184806"/>
              <a:gd name="connsiteY1" fmla="*/ 3125191 h 5154967"/>
              <a:gd name="connsiteX2" fmla="*/ 980326 w 6184806"/>
              <a:gd name="connsiteY2" fmla="*/ 3173551 h 5154967"/>
              <a:gd name="connsiteX3" fmla="*/ 1248448 w 6184806"/>
              <a:gd name="connsiteY3" fmla="*/ 3635277 h 5154967"/>
              <a:gd name="connsiteX4" fmla="*/ 1248448 w 6184806"/>
              <a:gd name="connsiteY4" fmla="*/ 3729695 h 5154967"/>
              <a:gd name="connsiteX5" fmla="*/ 980326 w 6184806"/>
              <a:gd name="connsiteY5" fmla="*/ 4191421 h 5154967"/>
              <a:gd name="connsiteX6" fmla="*/ 898270 w 6184806"/>
              <a:gd name="connsiteY6" fmla="*/ 4239781 h 5154967"/>
              <a:gd name="connsiteX7" fmla="*/ 363179 w 6184806"/>
              <a:gd name="connsiteY7" fmla="*/ 4239781 h 5154967"/>
              <a:gd name="connsiteX8" fmla="*/ 279969 w 6184806"/>
              <a:gd name="connsiteY8" fmla="*/ 4191421 h 5154967"/>
              <a:gd name="connsiteX9" fmla="*/ 13002 w 6184806"/>
              <a:gd name="connsiteY9" fmla="*/ 3729695 h 5154967"/>
              <a:gd name="connsiteX10" fmla="*/ 13002 w 6184806"/>
              <a:gd name="connsiteY10" fmla="*/ 3635277 h 5154967"/>
              <a:gd name="connsiteX11" fmla="*/ 279969 w 6184806"/>
              <a:gd name="connsiteY11" fmla="*/ 3173551 h 5154967"/>
              <a:gd name="connsiteX12" fmla="*/ 363179 w 6184806"/>
              <a:gd name="connsiteY12" fmla="*/ 3125191 h 5154967"/>
              <a:gd name="connsiteX13" fmla="*/ 2489721 w 6184806"/>
              <a:gd name="connsiteY13" fmla="*/ 570035 h 5154967"/>
              <a:gd name="connsiteX14" fmla="*/ 2764862 w 6184806"/>
              <a:gd name="connsiteY14" fmla="*/ 570035 h 5154967"/>
              <a:gd name="connsiteX15" fmla="*/ 2796959 w 6184806"/>
              <a:gd name="connsiteY15" fmla="*/ 570035 h 5154967"/>
              <a:gd name="connsiteX16" fmla="*/ 2827587 w 6184806"/>
              <a:gd name="connsiteY16" fmla="*/ 622777 h 5154967"/>
              <a:gd name="connsiteX17" fmla="*/ 2977604 w 6184806"/>
              <a:gd name="connsiteY17" fmla="*/ 881117 h 5154967"/>
              <a:gd name="connsiteX18" fmla="*/ 2977604 w 6184806"/>
              <a:gd name="connsiteY18" fmla="*/ 1025720 h 5154967"/>
              <a:gd name="connsiteX19" fmla="*/ 2566968 w 6184806"/>
              <a:gd name="connsiteY19" fmla="*/ 1732863 h 5154967"/>
              <a:gd name="connsiteX20" fmla="*/ 2441299 w 6184806"/>
              <a:gd name="connsiteY20" fmla="*/ 1806927 h 5154967"/>
              <a:gd name="connsiteX21" fmla="*/ 1621798 w 6184806"/>
              <a:gd name="connsiteY21" fmla="*/ 1806927 h 5154967"/>
              <a:gd name="connsiteX22" fmla="*/ 1583218 w 6184806"/>
              <a:gd name="connsiteY22" fmla="*/ 1801802 h 5154967"/>
              <a:gd name="connsiteX23" fmla="*/ 1556683 w 6184806"/>
              <a:gd name="connsiteY23" fmla="*/ 1790677 h 5154967"/>
              <a:gd name="connsiteX24" fmla="*/ 1572899 w 6184806"/>
              <a:gd name="connsiteY24" fmla="*/ 1762630 h 5154967"/>
              <a:gd name="connsiteX25" fmla="*/ 2147429 w 6184806"/>
              <a:gd name="connsiteY25" fmla="*/ 768968 h 5154967"/>
              <a:gd name="connsiteX26" fmla="*/ 2489721 w 6184806"/>
              <a:gd name="connsiteY26" fmla="*/ 570035 h 5154967"/>
              <a:gd name="connsiteX27" fmla="*/ 1573268 w 6184806"/>
              <a:gd name="connsiteY27" fmla="*/ 0 h 5154967"/>
              <a:gd name="connsiteX28" fmla="*/ 2497662 w 6184806"/>
              <a:gd name="connsiteY28" fmla="*/ 0 h 5154967"/>
              <a:gd name="connsiteX29" fmla="*/ 2639415 w 6184806"/>
              <a:gd name="connsiteY29" fmla="*/ 83546 h 5154967"/>
              <a:gd name="connsiteX30" fmla="*/ 2887862 w 6184806"/>
              <a:gd name="connsiteY30" fmla="*/ 511387 h 5154967"/>
              <a:gd name="connsiteX31" fmla="*/ 2915928 w 6184806"/>
              <a:gd name="connsiteY31" fmla="*/ 559720 h 5154967"/>
              <a:gd name="connsiteX32" fmla="*/ 2893844 w 6184806"/>
              <a:gd name="connsiteY32" fmla="*/ 559720 h 5154967"/>
              <a:gd name="connsiteX33" fmla="*/ 2789466 w 6184806"/>
              <a:gd name="connsiteY33" fmla="*/ 559720 h 5154967"/>
              <a:gd name="connsiteX34" fmla="*/ 2744122 w 6184806"/>
              <a:gd name="connsiteY34" fmla="*/ 481634 h 5154967"/>
              <a:gd name="connsiteX35" fmla="*/ 2570885 w 6184806"/>
              <a:gd name="connsiteY35" fmla="*/ 183309 h 5154967"/>
              <a:gd name="connsiteX36" fmla="*/ 2445216 w 6184806"/>
              <a:gd name="connsiteY36" fmla="*/ 109243 h 5154967"/>
              <a:gd name="connsiteX37" fmla="*/ 1625714 w 6184806"/>
              <a:gd name="connsiteY37" fmla="*/ 109243 h 5154967"/>
              <a:gd name="connsiteX38" fmla="*/ 1498276 w 6184806"/>
              <a:gd name="connsiteY38" fmla="*/ 183309 h 5154967"/>
              <a:gd name="connsiteX39" fmla="*/ 1089410 w 6184806"/>
              <a:gd name="connsiteY39" fmla="*/ 890450 h 5154967"/>
              <a:gd name="connsiteX40" fmla="*/ 1089410 w 6184806"/>
              <a:gd name="connsiteY40" fmla="*/ 1035054 h 5154967"/>
              <a:gd name="connsiteX41" fmla="*/ 1498276 w 6184806"/>
              <a:gd name="connsiteY41" fmla="*/ 1742196 h 5154967"/>
              <a:gd name="connsiteX42" fmla="*/ 1552039 w 6184806"/>
              <a:gd name="connsiteY42" fmla="*/ 1796422 h 5154967"/>
              <a:gd name="connsiteX43" fmla="*/ 1558260 w 6184806"/>
              <a:gd name="connsiteY43" fmla="*/ 1799029 h 5154967"/>
              <a:gd name="connsiteX44" fmla="*/ 1524911 w 6184806"/>
              <a:gd name="connsiteY44" fmla="*/ 1856707 h 5154967"/>
              <a:gd name="connsiteX45" fmla="*/ 1500108 w 6184806"/>
              <a:gd name="connsiteY45" fmla="*/ 1899604 h 5154967"/>
              <a:gd name="connsiteX46" fmla="*/ 1525834 w 6184806"/>
              <a:gd name="connsiteY46" fmla="*/ 1910390 h 5154967"/>
              <a:gd name="connsiteX47" fmla="*/ 1569352 w 6184806"/>
              <a:gd name="connsiteY47" fmla="*/ 1916170 h 5154967"/>
              <a:gd name="connsiteX48" fmla="*/ 2493745 w 6184806"/>
              <a:gd name="connsiteY48" fmla="*/ 1916170 h 5154967"/>
              <a:gd name="connsiteX49" fmla="*/ 2635498 w 6184806"/>
              <a:gd name="connsiteY49" fmla="*/ 1832627 h 5154967"/>
              <a:gd name="connsiteX50" fmla="*/ 3098693 w 6184806"/>
              <a:gd name="connsiteY50" fmla="*/ 1034974 h 5154967"/>
              <a:gd name="connsiteX51" fmla="*/ 3098693 w 6184806"/>
              <a:gd name="connsiteY51" fmla="*/ 871863 h 5154967"/>
              <a:gd name="connsiteX52" fmla="*/ 2945803 w 6184806"/>
              <a:gd name="connsiteY52" fmla="*/ 608576 h 5154967"/>
              <a:gd name="connsiteX53" fmla="*/ 2923422 w 6184806"/>
              <a:gd name="connsiteY53" fmla="*/ 570035 h 5154967"/>
              <a:gd name="connsiteX54" fmla="*/ 3027104 w 6184806"/>
              <a:gd name="connsiteY54" fmla="*/ 570035 h 5154967"/>
              <a:gd name="connsiteX55" fmla="*/ 4690846 w 6184806"/>
              <a:gd name="connsiteY55" fmla="*/ 570035 h 5154967"/>
              <a:gd name="connsiteX56" fmla="*/ 5028384 w 6184806"/>
              <a:gd name="connsiteY56" fmla="*/ 768968 h 5154967"/>
              <a:gd name="connsiteX57" fmla="*/ 6131323 w 6184806"/>
              <a:gd name="connsiteY57" fmla="*/ 2668304 h 5154967"/>
              <a:gd name="connsiteX58" fmla="*/ 6131323 w 6184806"/>
              <a:gd name="connsiteY58" fmla="*/ 3056698 h 5154967"/>
              <a:gd name="connsiteX59" fmla="*/ 5028384 w 6184806"/>
              <a:gd name="connsiteY59" fmla="*/ 4956035 h 5154967"/>
              <a:gd name="connsiteX60" fmla="*/ 4690846 w 6184806"/>
              <a:gd name="connsiteY60" fmla="*/ 5154967 h 5154967"/>
              <a:gd name="connsiteX61" fmla="*/ 2489721 w 6184806"/>
              <a:gd name="connsiteY61" fmla="*/ 5154967 h 5154967"/>
              <a:gd name="connsiteX62" fmla="*/ 2147429 w 6184806"/>
              <a:gd name="connsiteY62" fmla="*/ 4956035 h 5154967"/>
              <a:gd name="connsiteX63" fmla="*/ 1049243 w 6184806"/>
              <a:gd name="connsiteY63" fmla="*/ 3056698 h 5154967"/>
              <a:gd name="connsiteX64" fmla="*/ 1049243 w 6184806"/>
              <a:gd name="connsiteY64" fmla="*/ 2668304 h 5154967"/>
              <a:gd name="connsiteX65" fmla="*/ 1457007 w 6184806"/>
              <a:gd name="connsiteY65" fmla="*/ 1963067 h 5154967"/>
              <a:gd name="connsiteX66" fmla="*/ 1491373 w 6184806"/>
              <a:gd name="connsiteY66" fmla="*/ 1903634 h 5154967"/>
              <a:gd name="connsiteX67" fmla="*/ 1490164 w 6184806"/>
              <a:gd name="connsiteY67" fmla="*/ 1903127 h 5154967"/>
              <a:gd name="connsiteX68" fmla="*/ 1429519 w 6184806"/>
              <a:gd name="connsiteY68" fmla="*/ 1841960 h 5154967"/>
              <a:gd name="connsiteX69" fmla="*/ 968320 w 6184806"/>
              <a:gd name="connsiteY69" fmla="*/ 1044307 h 5154967"/>
              <a:gd name="connsiteX70" fmla="*/ 968320 w 6184806"/>
              <a:gd name="connsiteY70" fmla="*/ 881196 h 5154967"/>
              <a:gd name="connsiteX71" fmla="*/ 1429519 w 6184806"/>
              <a:gd name="connsiteY71" fmla="*/ 83546 h 5154967"/>
              <a:gd name="connsiteX72" fmla="*/ 1573268 w 6184806"/>
              <a:gd name="connsiteY72" fmla="*/ 0 h 51549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Lst>
            <a:rect l="l" t="t" r="r" b="b"/>
            <a:pathLst>
              <a:path w="6184806" h="5154967">
                <a:moveTo>
                  <a:pt x="363179" y="3125191"/>
                </a:moveTo>
                <a:cubicBezTo>
                  <a:pt x="363179" y="3125191"/>
                  <a:pt x="363179" y="3125191"/>
                  <a:pt x="898270" y="3125191"/>
                </a:cubicBezTo>
                <a:cubicBezTo>
                  <a:pt x="931786" y="3125191"/>
                  <a:pt x="964145" y="3143614"/>
                  <a:pt x="980326" y="3173551"/>
                </a:cubicBezTo>
                <a:cubicBezTo>
                  <a:pt x="980326" y="3173551"/>
                  <a:pt x="980326" y="3173551"/>
                  <a:pt x="1248448" y="3635277"/>
                </a:cubicBezTo>
                <a:cubicBezTo>
                  <a:pt x="1265784" y="3664063"/>
                  <a:pt x="1265784" y="3700909"/>
                  <a:pt x="1248448" y="3729695"/>
                </a:cubicBezTo>
                <a:cubicBezTo>
                  <a:pt x="1248448" y="3729695"/>
                  <a:pt x="1248448" y="3729695"/>
                  <a:pt x="980326" y="4191421"/>
                </a:cubicBezTo>
                <a:cubicBezTo>
                  <a:pt x="964145" y="4221358"/>
                  <a:pt x="931786" y="4239781"/>
                  <a:pt x="898270" y="4239781"/>
                </a:cubicBezTo>
                <a:cubicBezTo>
                  <a:pt x="898270" y="4239781"/>
                  <a:pt x="898270" y="4239781"/>
                  <a:pt x="363179" y="4239781"/>
                </a:cubicBezTo>
                <a:cubicBezTo>
                  <a:pt x="328508" y="4239781"/>
                  <a:pt x="297305" y="4221358"/>
                  <a:pt x="279969" y="4191421"/>
                </a:cubicBezTo>
                <a:cubicBezTo>
                  <a:pt x="279969" y="4191421"/>
                  <a:pt x="279969" y="4191421"/>
                  <a:pt x="13002" y="3729695"/>
                </a:cubicBezTo>
                <a:cubicBezTo>
                  <a:pt x="-4334" y="3700909"/>
                  <a:pt x="-4334" y="3664063"/>
                  <a:pt x="13002" y="3635277"/>
                </a:cubicBezTo>
                <a:cubicBezTo>
                  <a:pt x="13002" y="3635277"/>
                  <a:pt x="13002" y="3635277"/>
                  <a:pt x="279969" y="3173551"/>
                </a:cubicBezTo>
                <a:cubicBezTo>
                  <a:pt x="297305" y="3143614"/>
                  <a:pt x="328508" y="3125191"/>
                  <a:pt x="363179" y="3125191"/>
                </a:cubicBezTo>
                <a:close/>
                <a:moveTo>
                  <a:pt x="2489721" y="570035"/>
                </a:moveTo>
                <a:cubicBezTo>
                  <a:pt x="2489721" y="570035"/>
                  <a:pt x="2489721" y="570035"/>
                  <a:pt x="2764862" y="570035"/>
                </a:cubicBezTo>
                <a:lnTo>
                  <a:pt x="2796959" y="570035"/>
                </a:lnTo>
                <a:lnTo>
                  <a:pt x="2827587" y="622777"/>
                </a:lnTo>
                <a:cubicBezTo>
                  <a:pt x="2870233" y="696217"/>
                  <a:pt x="2919858" y="781675"/>
                  <a:pt x="2977604" y="881117"/>
                </a:cubicBezTo>
                <a:cubicBezTo>
                  <a:pt x="3004153" y="925204"/>
                  <a:pt x="3004153" y="981634"/>
                  <a:pt x="2977604" y="1025720"/>
                </a:cubicBezTo>
                <a:cubicBezTo>
                  <a:pt x="2977604" y="1025720"/>
                  <a:pt x="2977604" y="1025720"/>
                  <a:pt x="2566968" y="1732863"/>
                </a:cubicBezTo>
                <a:cubicBezTo>
                  <a:pt x="2542188" y="1778712"/>
                  <a:pt x="2492629" y="1806927"/>
                  <a:pt x="2441299" y="1806927"/>
                </a:cubicBezTo>
                <a:cubicBezTo>
                  <a:pt x="2441299" y="1806927"/>
                  <a:pt x="2441299" y="1806927"/>
                  <a:pt x="1621798" y="1806927"/>
                </a:cubicBezTo>
                <a:cubicBezTo>
                  <a:pt x="1608523" y="1806927"/>
                  <a:pt x="1595580" y="1805163"/>
                  <a:pt x="1583218" y="1801802"/>
                </a:cubicBezTo>
                <a:lnTo>
                  <a:pt x="1556683" y="1790677"/>
                </a:lnTo>
                <a:lnTo>
                  <a:pt x="1572899" y="1762630"/>
                </a:lnTo>
                <a:cubicBezTo>
                  <a:pt x="1719523" y="1509042"/>
                  <a:pt x="1907201" y="1184448"/>
                  <a:pt x="2147429" y="768968"/>
                </a:cubicBezTo>
                <a:cubicBezTo>
                  <a:pt x="2218739" y="645819"/>
                  <a:pt x="2347099" y="570035"/>
                  <a:pt x="2489721" y="570035"/>
                </a:cubicBezTo>
                <a:close/>
                <a:moveTo>
                  <a:pt x="1573268" y="0"/>
                </a:moveTo>
                <a:cubicBezTo>
                  <a:pt x="1573268" y="0"/>
                  <a:pt x="1573268" y="0"/>
                  <a:pt x="2497662" y="0"/>
                </a:cubicBezTo>
                <a:cubicBezTo>
                  <a:pt x="2555561" y="0"/>
                  <a:pt x="2611463" y="31828"/>
                  <a:pt x="2639415" y="83546"/>
                </a:cubicBezTo>
                <a:cubicBezTo>
                  <a:pt x="2639415" y="83546"/>
                  <a:pt x="2639415" y="83546"/>
                  <a:pt x="2887862" y="511387"/>
                </a:cubicBezTo>
                <a:lnTo>
                  <a:pt x="2915928" y="559720"/>
                </a:lnTo>
                <a:lnTo>
                  <a:pt x="2893844" y="559720"/>
                </a:lnTo>
                <a:lnTo>
                  <a:pt x="2789466" y="559720"/>
                </a:lnTo>
                <a:lnTo>
                  <a:pt x="2744122" y="481634"/>
                </a:lnTo>
                <a:cubicBezTo>
                  <a:pt x="2570885" y="183309"/>
                  <a:pt x="2570885" y="183309"/>
                  <a:pt x="2570885" y="183309"/>
                </a:cubicBezTo>
                <a:cubicBezTo>
                  <a:pt x="2546104" y="137459"/>
                  <a:pt x="2496545" y="109243"/>
                  <a:pt x="2445216" y="109243"/>
                </a:cubicBezTo>
                <a:cubicBezTo>
                  <a:pt x="1625714" y="109243"/>
                  <a:pt x="1625714" y="109243"/>
                  <a:pt x="1625714" y="109243"/>
                </a:cubicBezTo>
                <a:cubicBezTo>
                  <a:pt x="1572615" y="109243"/>
                  <a:pt x="1524825" y="137459"/>
                  <a:pt x="1498276" y="183309"/>
                </a:cubicBezTo>
                <a:cubicBezTo>
                  <a:pt x="1089410" y="890450"/>
                  <a:pt x="1089410" y="890450"/>
                  <a:pt x="1089410" y="890450"/>
                </a:cubicBezTo>
                <a:cubicBezTo>
                  <a:pt x="1062860" y="934537"/>
                  <a:pt x="1062860" y="990967"/>
                  <a:pt x="1089410" y="1035054"/>
                </a:cubicBezTo>
                <a:cubicBezTo>
                  <a:pt x="1498276" y="1742196"/>
                  <a:pt x="1498276" y="1742196"/>
                  <a:pt x="1498276" y="1742196"/>
                </a:cubicBezTo>
                <a:cubicBezTo>
                  <a:pt x="1511551" y="1765121"/>
                  <a:pt x="1530135" y="1783637"/>
                  <a:pt x="1552039" y="1796422"/>
                </a:cubicBezTo>
                <a:lnTo>
                  <a:pt x="1558260" y="1799029"/>
                </a:lnTo>
                <a:lnTo>
                  <a:pt x="1524911" y="1856707"/>
                </a:lnTo>
                <a:lnTo>
                  <a:pt x="1500108" y="1899604"/>
                </a:lnTo>
                <a:lnTo>
                  <a:pt x="1525834" y="1910390"/>
                </a:lnTo>
                <a:cubicBezTo>
                  <a:pt x="1539779" y="1914181"/>
                  <a:pt x="1554378" y="1916170"/>
                  <a:pt x="1569352" y="1916170"/>
                </a:cubicBezTo>
                <a:cubicBezTo>
                  <a:pt x="2493745" y="1916170"/>
                  <a:pt x="2493745" y="1916170"/>
                  <a:pt x="2493745" y="1916170"/>
                </a:cubicBezTo>
                <a:cubicBezTo>
                  <a:pt x="2551645" y="1916170"/>
                  <a:pt x="2607546" y="1884345"/>
                  <a:pt x="2635498" y="1832627"/>
                </a:cubicBezTo>
                <a:cubicBezTo>
                  <a:pt x="3098693" y="1034974"/>
                  <a:pt x="3098693" y="1034974"/>
                  <a:pt x="3098693" y="1034974"/>
                </a:cubicBezTo>
                <a:cubicBezTo>
                  <a:pt x="3128641" y="985246"/>
                  <a:pt x="3128641" y="921593"/>
                  <a:pt x="3098693" y="871863"/>
                </a:cubicBezTo>
                <a:cubicBezTo>
                  <a:pt x="3040794" y="772157"/>
                  <a:pt x="2990132" y="684914"/>
                  <a:pt x="2945803" y="608576"/>
                </a:cubicBezTo>
                <a:lnTo>
                  <a:pt x="2923422" y="570035"/>
                </a:lnTo>
                <a:lnTo>
                  <a:pt x="3027104" y="570035"/>
                </a:lnTo>
                <a:cubicBezTo>
                  <a:pt x="3349535" y="570035"/>
                  <a:pt x="3865424" y="570035"/>
                  <a:pt x="4690846" y="570035"/>
                </a:cubicBezTo>
                <a:cubicBezTo>
                  <a:pt x="4828714" y="570035"/>
                  <a:pt x="4961827" y="645819"/>
                  <a:pt x="5028384" y="768968"/>
                </a:cubicBezTo>
                <a:cubicBezTo>
                  <a:pt x="5028384" y="768968"/>
                  <a:pt x="5028384" y="768968"/>
                  <a:pt x="6131323" y="2668304"/>
                </a:cubicBezTo>
                <a:cubicBezTo>
                  <a:pt x="6202634" y="2786717"/>
                  <a:pt x="6202634" y="2938285"/>
                  <a:pt x="6131323" y="3056698"/>
                </a:cubicBezTo>
                <a:cubicBezTo>
                  <a:pt x="6131323" y="3056698"/>
                  <a:pt x="6131323" y="3056698"/>
                  <a:pt x="5028384" y="4956035"/>
                </a:cubicBezTo>
                <a:cubicBezTo>
                  <a:pt x="4961827" y="5079184"/>
                  <a:pt x="4828714" y="5154967"/>
                  <a:pt x="4690846" y="5154967"/>
                </a:cubicBezTo>
                <a:cubicBezTo>
                  <a:pt x="4690846" y="5154967"/>
                  <a:pt x="4690846" y="5154967"/>
                  <a:pt x="2489721" y="5154967"/>
                </a:cubicBezTo>
                <a:cubicBezTo>
                  <a:pt x="2347099" y="5154967"/>
                  <a:pt x="2218739" y="5079184"/>
                  <a:pt x="2147429" y="4956035"/>
                </a:cubicBezTo>
                <a:cubicBezTo>
                  <a:pt x="2147429" y="4956035"/>
                  <a:pt x="2147429" y="4956035"/>
                  <a:pt x="1049243" y="3056698"/>
                </a:cubicBezTo>
                <a:cubicBezTo>
                  <a:pt x="977932" y="2938285"/>
                  <a:pt x="977932" y="2786717"/>
                  <a:pt x="1049243" y="2668304"/>
                </a:cubicBezTo>
                <a:cubicBezTo>
                  <a:pt x="1049243" y="2668304"/>
                  <a:pt x="1049243" y="2668304"/>
                  <a:pt x="1457007" y="1963067"/>
                </a:cubicBezTo>
                <a:lnTo>
                  <a:pt x="1491373" y="1903634"/>
                </a:lnTo>
                <a:lnTo>
                  <a:pt x="1490164" y="1903127"/>
                </a:lnTo>
                <a:cubicBezTo>
                  <a:pt x="1465456" y="1888705"/>
                  <a:pt x="1444493" y="1867820"/>
                  <a:pt x="1429519" y="1841960"/>
                </a:cubicBezTo>
                <a:cubicBezTo>
                  <a:pt x="1429519" y="1841960"/>
                  <a:pt x="1429519" y="1841960"/>
                  <a:pt x="968320" y="1044307"/>
                </a:cubicBezTo>
                <a:cubicBezTo>
                  <a:pt x="938371" y="994579"/>
                  <a:pt x="938371" y="930926"/>
                  <a:pt x="968320" y="881196"/>
                </a:cubicBezTo>
                <a:cubicBezTo>
                  <a:pt x="968320" y="881196"/>
                  <a:pt x="968320" y="881196"/>
                  <a:pt x="1429519" y="83546"/>
                </a:cubicBezTo>
                <a:cubicBezTo>
                  <a:pt x="1459466" y="31828"/>
                  <a:pt x="1513373" y="0"/>
                  <a:pt x="1573268" y="0"/>
                </a:cubicBezTo>
                <a:close/>
              </a:path>
            </a:pathLst>
          </a:custGeom>
          <a:solidFill>
            <a:schemeClr val="tx1">
              <a:lumMod val="50000"/>
              <a:lumOff val="50000"/>
              <a:alpha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5" name="Picture 4">
            <a:extLst>
              <a:ext uri="{FF2B5EF4-FFF2-40B4-BE49-F238E27FC236}">
                <a16:creationId xmlns:a16="http://schemas.microsoft.com/office/drawing/2014/main" id="{9120848B-B2B4-45BE-A961-AEC0B06CF41B}"/>
              </a:ext>
            </a:extLst>
          </p:cNvPr>
          <p:cNvPicPr>
            <a:picLocks noChangeAspect="1"/>
          </p:cNvPicPr>
          <p:nvPr/>
        </p:nvPicPr>
        <p:blipFill rotWithShape="1">
          <a:blip r:embed="rId2"/>
          <a:srcRect r="59916"/>
          <a:stretch/>
        </p:blipFill>
        <p:spPr>
          <a:xfrm>
            <a:off x="7976082" y="2190629"/>
            <a:ext cx="3423068" cy="3697457"/>
          </a:xfrm>
          <a:prstGeom prst="rect">
            <a:avLst/>
          </a:prstGeom>
        </p:spPr>
      </p:pic>
      <p:sp>
        <p:nvSpPr>
          <p:cNvPr id="4" name="Subtitle 3"/>
          <p:cNvSpPr>
            <a:spLocks noGrp="1"/>
          </p:cNvSpPr>
          <p:nvPr>
            <p:ph type="subTitle" idx="1"/>
          </p:nvPr>
        </p:nvSpPr>
        <p:spPr>
          <a:xfrm>
            <a:off x="1127287" y="1328400"/>
            <a:ext cx="9937426" cy="483839"/>
          </a:xfrm>
        </p:spPr>
        <p:txBody>
          <a:bodyPr/>
          <a:lstStyle/>
          <a:p>
            <a:r>
              <a:rPr lang="en-US" b="1" dirty="0">
                <a:solidFill>
                  <a:schemeClr val="tx1"/>
                </a:solidFill>
                <a:latin typeface="+mj-lt"/>
                <a:cs typeface="Arial" panose="020B0604020202020204" pitchFamily="34" charset="0"/>
              </a:rPr>
              <a:t>Aadhar And </a:t>
            </a:r>
            <a:r>
              <a:rPr lang="en-US" b="1" dirty="0" err="1">
                <a:solidFill>
                  <a:schemeClr val="tx1"/>
                </a:solidFill>
                <a:latin typeface="+mj-lt"/>
                <a:cs typeface="Arial" panose="020B0604020202020204" pitchFamily="34" charset="0"/>
              </a:rPr>
              <a:t>Digilocker</a:t>
            </a:r>
            <a:r>
              <a:rPr lang="en-US" b="1" dirty="0">
                <a:solidFill>
                  <a:schemeClr val="tx1"/>
                </a:solidFill>
                <a:latin typeface="+mj-lt"/>
                <a:cs typeface="Arial" panose="020B0604020202020204" pitchFamily="34" charset="0"/>
              </a:rPr>
              <a:t> Based Unified Device For College</a:t>
            </a:r>
            <a:endParaRPr lang="en-IN" b="1" dirty="0">
              <a:solidFill>
                <a:schemeClr val="tx1"/>
              </a:solidFill>
              <a:latin typeface="+mj-lt"/>
              <a:cs typeface="Arial" panose="020B0604020202020204" pitchFamily="34" charset="0"/>
            </a:endParaRPr>
          </a:p>
        </p:txBody>
      </p:sp>
      <p:sp>
        <p:nvSpPr>
          <p:cNvPr id="8" name="Title 7"/>
          <p:cNvSpPr>
            <a:spLocks noGrp="1"/>
          </p:cNvSpPr>
          <p:nvPr>
            <p:ph type="ctrTitle"/>
          </p:nvPr>
        </p:nvSpPr>
        <p:spPr>
          <a:xfrm>
            <a:off x="909747" y="-474296"/>
            <a:ext cx="10363200" cy="2076450"/>
          </a:xfrm>
        </p:spPr>
        <p:txBody>
          <a:bodyPr/>
          <a:lstStyle/>
          <a:p>
            <a:r>
              <a:rPr lang="en-US" sz="4200" b="1" dirty="0">
                <a:solidFill>
                  <a:schemeClr val="tx2"/>
                </a:solidFill>
                <a:latin typeface="+mj-lt"/>
                <a:ea typeface="ＭＳ Ｐゴシック"/>
                <a:cs typeface="Arial" panose="020B0604020202020204" pitchFamily="34" charset="0"/>
              </a:rPr>
              <a:t>SMART INDIA HACKATHON 2024</a:t>
            </a:r>
            <a:endParaRPr lang="en-IN" sz="4200" dirty="0">
              <a:solidFill>
                <a:schemeClr val="tx2"/>
              </a:solidFill>
              <a:latin typeface="+mj-lt"/>
              <a:ea typeface="ＭＳ Ｐゴシック"/>
              <a:cs typeface="Arial" panose="020B0604020202020204" pitchFamily="34" charset="0"/>
            </a:endParaRPr>
          </a:p>
        </p:txBody>
      </p:sp>
      <p:sp>
        <p:nvSpPr>
          <p:cNvPr id="10" name="TextBox 9"/>
          <p:cNvSpPr txBox="1"/>
          <p:nvPr/>
        </p:nvSpPr>
        <p:spPr>
          <a:xfrm>
            <a:off x="909747" y="1858398"/>
            <a:ext cx="7439411" cy="4532779"/>
          </a:xfrm>
          <a:prstGeom prst="rect">
            <a:avLst/>
          </a:prstGeom>
          <a:noFill/>
        </p:spPr>
        <p:txBody>
          <a:bodyPr wrap="square" lIns="91440" tIns="45720" rIns="91440" bIns="45720" rtlCol="0" anchor="t">
            <a:spAutoFit/>
          </a:bodyPr>
          <a:lstStyle/>
          <a:p>
            <a:pPr marL="285750" indent="-285750">
              <a:buFont typeface="Arial" panose="020B0604020202020204" pitchFamily="34" charset="0"/>
              <a:buChar char="•"/>
            </a:pPr>
            <a:endParaRPr lang="en-US" sz="1600" b="1" dirty="0">
              <a:latin typeface="+mj-lt"/>
              <a:cs typeface="Arial" panose="020B0604020202020204" pitchFamily="34" charset="0"/>
            </a:endParaRPr>
          </a:p>
          <a:p>
            <a:pPr marL="285750" indent="-285750">
              <a:lnSpc>
                <a:spcPct val="200000"/>
              </a:lnSpc>
              <a:buFont typeface="Arial" panose="020B0604020202020204" pitchFamily="34" charset="0"/>
              <a:buChar char="•"/>
            </a:pPr>
            <a:r>
              <a:rPr lang="en-US" sz="2000" b="1" dirty="0">
                <a:latin typeface="+mj-lt"/>
                <a:ea typeface="ＭＳ Ｐゴシック"/>
                <a:cs typeface="Arial" panose="020B0604020202020204" pitchFamily="34" charset="0"/>
              </a:rPr>
              <a:t>Problem Statement ID  :</a:t>
            </a:r>
            <a:r>
              <a:rPr lang="en-US" sz="2400" b="1" dirty="0">
                <a:latin typeface="+mj-lt"/>
                <a:ea typeface="ＭＳ Ｐゴシック"/>
                <a:cs typeface="Arial" panose="020B0604020202020204" pitchFamily="34" charset="0"/>
              </a:rPr>
              <a:t> </a:t>
            </a:r>
            <a:r>
              <a:rPr lang="en-IN" sz="2400" b="1" dirty="0">
                <a:solidFill>
                  <a:srgbClr val="0073FF"/>
                </a:solidFill>
                <a:latin typeface="+mj-lt"/>
                <a:ea typeface="ＭＳ Ｐゴシック"/>
                <a:cs typeface="Arial" panose="020B0604020202020204" pitchFamily="34" charset="0"/>
              </a:rPr>
              <a:t>SIH1625</a:t>
            </a:r>
          </a:p>
          <a:p>
            <a:pPr marL="285750" indent="-285750">
              <a:lnSpc>
                <a:spcPct val="200000"/>
              </a:lnSpc>
              <a:buFont typeface="Arial" panose="020B0604020202020204" pitchFamily="34" charset="0"/>
              <a:buChar char="•"/>
            </a:pPr>
            <a:r>
              <a:rPr lang="en-US" sz="2000" b="1" dirty="0">
                <a:latin typeface="+mj-lt"/>
                <a:ea typeface="ＭＳ Ｐゴシック"/>
                <a:cs typeface="Arial" panose="020B0604020202020204" pitchFamily="34" charset="0"/>
              </a:rPr>
              <a:t>Problem Statement Title : </a:t>
            </a:r>
            <a:r>
              <a:rPr lang="en-IN" sz="2400" b="1" dirty="0">
                <a:solidFill>
                  <a:srgbClr val="0073FF"/>
                </a:solidFill>
                <a:latin typeface="+mj-lt"/>
                <a:ea typeface="ＭＳ Ｐゴシック"/>
                <a:cs typeface="Arial" panose="020B0604020202020204" pitchFamily="34" charset="0"/>
              </a:rPr>
              <a:t>Smart Automation</a:t>
            </a:r>
          </a:p>
          <a:p>
            <a:pPr marL="285750" indent="-285750">
              <a:lnSpc>
                <a:spcPct val="200000"/>
              </a:lnSpc>
              <a:buFont typeface="Arial" panose="020B0604020202020204" pitchFamily="34" charset="0"/>
              <a:buChar char="•"/>
            </a:pPr>
            <a:r>
              <a:rPr lang="en-US" sz="2000" b="1" dirty="0">
                <a:latin typeface="+mj-lt"/>
                <a:ea typeface="ＭＳ Ｐゴシック"/>
                <a:cs typeface="Arial" panose="020B0604020202020204" pitchFamily="34" charset="0"/>
              </a:rPr>
              <a:t>Theme : </a:t>
            </a:r>
            <a:r>
              <a:rPr lang="en-IN" sz="2400" b="1" dirty="0">
                <a:solidFill>
                  <a:srgbClr val="0073FF"/>
                </a:solidFill>
                <a:latin typeface="+mj-lt"/>
                <a:ea typeface="ＭＳ Ｐゴシック"/>
                <a:cs typeface="Arial" panose="020B0604020202020204" pitchFamily="34" charset="0"/>
              </a:rPr>
              <a:t>Smart Automation</a:t>
            </a:r>
            <a:endParaRPr lang="en-US" sz="2400" b="1" dirty="0">
              <a:solidFill>
                <a:srgbClr val="0073FF"/>
              </a:solidFill>
              <a:latin typeface="+mj-lt"/>
              <a:ea typeface="ＭＳ Ｐゴシック"/>
              <a:cs typeface="Arial" panose="020B0604020202020204" pitchFamily="34" charset="0"/>
            </a:endParaRPr>
          </a:p>
          <a:p>
            <a:pPr marL="285750" indent="-285750">
              <a:lnSpc>
                <a:spcPct val="200000"/>
              </a:lnSpc>
              <a:buFont typeface="Arial" panose="020B0604020202020204" pitchFamily="34" charset="0"/>
              <a:buChar char="•"/>
            </a:pPr>
            <a:r>
              <a:rPr lang="en-US" sz="2000" b="1" dirty="0">
                <a:latin typeface="+mj-lt"/>
                <a:ea typeface="ＭＳ Ｐゴシック"/>
                <a:cs typeface="Arial" panose="020B0604020202020204" pitchFamily="34" charset="0"/>
              </a:rPr>
              <a:t>PS Category : </a:t>
            </a:r>
            <a:r>
              <a:rPr lang="en-IN" sz="2400" b="1" dirty="0">
                <a:solidFill>
                  <a:srgbClr val="0073FF"/>
                </a:solidFill>
                <a:latin typeface="+mj-lt"/>
                <a:ea typeface="ＭＳ Ｐゴシック"/>
                <a:cs typeface="Arial" panose="020B0604020202020204" pitchFamily="34" charset="0"/>
              </a:rPr>
              <a:t>Software	</a:t>
            </a:r>
          </a:p>
          <a:p>
            <a:pPr marL="285750" indent="-285750">
              <a:lnSpc>
                <a:spcPct val="200000"/>
              </a:lnSpc>
              <a:buFont typeface="Arial" panose="020B0604020202020204" pitchFamily="34" charset="0"/>
              <a:buChar char="•"/>
            </a:pPr>
            <a:r>
              <a:rPr lang="en-US" sz="2000" b="1" dirty="0">
                <a:latin typeface="+mj-lt"/>
                <a:ea typeface="ＭＳ Ｐゴシック"/>
                <a:cs typeface="Arial" panose="020B0604020202020204" pitchFamily="34" charset="0"/>
              </a:rPr>
              <a:t>Team ID : </a:t>
            </a:r>
            <a:r>
              <a:rPr lang="en-IN" sz="2000" b="1" dirty="0">
                <a:solidFill>
                  <a:srgbClr val="0073FF"/>
                </a:solidFill>
                <a:latin typeface="+mj-lt"/>
                <a:ea typeface="ＭＳ Ｐゴシック"/>
                <a:cs typeface="Arial" panose="020B0604020202020204" pitchFamily="34" charset="0"/>
              </a:rPr>
              <a:t>495</a:t>
            </a:r>
            <a:endParaRPr lang="en-US" sz="2000" b="1" dirty="0">
              <a:latin typeface="+mj-lt"/>
              <a:ea typeface="ＭＳ Ｐゴシック"/>
              <a:cs typeface="Arial" panose="020B0604020202020204" pitchFamily="34" charset="0"/>
            </a:endParaRPr>
          </a:p>
          <a:p>
            <a:pPr marL="285750" indent="-285750">
              <a:lnSpc>
                <a:spcPct val="200000"/>
              </a:lnSpc>
              <a:buFont typeface="Arial" panose="020B0604020202020204" pitchFamily="34" charset="0"/>
              <a:buChar char="•"/>
            </a:pPr>
            <a:r>
              <a:rPr lang="en-US" sz="2000" b="1" dirty="0">
                <a:latin typeface="+mj-lt"/>
                <a:ea typeface="ＭＳ Ｐゴシック"/>
                <a:cs typeface="Arial" panose="020B0604020202020204" pitchFamily="34" charset="0"/>
              </a:rPr>
              <a:t>Team Name (Registered on portal) : </a:t>
            </a:r>
            <a:r>
              <a:rPr lang="en-IN" sz="2400" b="1" dirty="0" err="1">
                <a:solidFill>
                  <a:srgbClr val="0073FF"/>
                </a:solidFill>
                <a:latin typeface="+mj-lt"/>
                <a:ea typeface="ＭＳ Ｐゴシック"/>
                <a:cs typeface="Arial" panose="020B0604020202020204" pitchFamily="34" charset="0"/>
              </a:rPr>
              <a:t>SarvaLink</a:t>
            </a:r>
            <a:endParaRPr lang="en-IN" sz="2400" b="1" dirty="0">
              <a:solidFill>
                <a:srgbClr val="0073FF"/>
              </a:solidFill>
              <a:latin typeface="+mj-lt"/>
              <a:ea typeface="ＭＳ Ｐゴシック"/>
              <a:cs typeface="Arial" panose="020B0604020202020204" pitchFamily="34" charset="0"/>
            </a:endParaRPr>
          </a:p>
        </p:txBody>
      </p:sp>
      <p:pic>
        <p:nvPicPr>
          <p:cNvPr id="2" name="Google Shape;93;p2">
            <a:extLst>
              <a:ext uri="{FF2B5EF4-FFF2-40B4-BE49-F238E27FC236}">
                <a16:creationId xmlns:a16="http://schemas.microsoft.com/office/drawing/2014/main" id="{AB3D1F27-6812-4CB4-8C4E-E58CA6E30A50}"/>
              </a:ext>
            </a:extLst>
          </p:cNvPr>
          <p:cNvPicPr preferRelativeResize="0"/>
          <p:nvPr/>
        </p:nvPicPr>
        <p:blipFill rotWithShape="1">
          <a:blip r:embed="rId3">
            <a:alphaModFix/>
          </a:blip>
          <a:srcRect/>
          <a:stretch/>
        </p:blipFill>
        <p:spPr>
          <a:xfrm>
            <a:off x="11089453" y="0"/>
            <a:ext cx="1102547" cy="563929"/>
          </a:xfrm>
          <a:prstGeom prst="rect">
            <a:avLst/>
          </a:prstGeom>
          <a:noFill/>
          <a:ln>
            <a:noFill/>
          </a:ln>
        </p:spPr>
      </p:pic>
      <p:sp>
        <p:nvSpPr>
          <p:cNvPr id="6" name="TextBox 5">
            <a:extLst>
              <a:ext uri="{FF2B5EF4-FFF2-40B4-BE49-F238E27FC236}">
                <a16:creationId xmlns:a16="http://schemas.microsoft.com/office/drawing/2014/main" id="{DC25D973-AD3C-5633-6668-EAFDFB28DCDF}"/>
              </a:ext>
            </a:extLst>
          </p:cNvPr>
          <p:cNvSpPr txBox="1"/>
          <p:nvPr/>
        </p:nvSpPr>
        <p:spPr>
          <a:xfrm>
            <a:off x="324765" y="383616"/>
            <a:ext cx="1454822" cy="369332"/>
          </a:xfrm>
          <a:prstGeom prst="rect">
            <a:avLst/>
          </a:prstGeom>
          <a:noFill/>
        </p:spPr>
        <p:txBody>
          <a:bodyPr wrap="none" rtlCol="0">
            <a:spAutoFit/>
          </a:bodyPr>
          <a:lstStyle/>
          <a:p>
            <a:r>
              <a:rPr lang="en-IN" dirty="0" err="1">
                <a:solidFill>
                  <a:srgbClr val="0073FF"/>
                </a:solidFill>
                <a:latin typeface="Arial Black" panose="020B0A04020102020204" pitchFamily="34" charset="0"/>
                <a:cs typeface="Arial" panose="020B0604020202020204" pitchFamily="34" charset="0"/>
              </a:rPr>
              <a:t>SarvaLink</a:t>
            </a:r>
            <a:endParaRPr lang="en-IN" dirty="0">
              <a:solidFill>
                <a:srgbClr val="0073FF"/>
              </a:solidFill>
              <a:latin typeface="Arial Black" panose="020B0A04020102020204" pitchFamily="34" charset="0"/>
              <a:cs typeface="Arial" panose="020B0604020202020204" pitchFamily="34" charset="0"/>
            </a:endParaRPr>
          </a:p>
        </p:txBody>
      </p:sp>
      <p:sp>
        <p:nvSpPr>
          <p:cNvPr id="7" name="TextBox 6">
            <a:extLst>
              <a:ext uri="{FF2B5EF4-FFF2-40B4-BE49-F238E27FC236}">
                <a16:creationId xmlns:a16="http://schemas.microsoft.com/office/drawing/2014/main" id="{C7D1CEB9-6A78-D143-5DF1-5EAB4E2E84E9}"/>
              </a:ext>
            </a:extLst>
          </p:cNvPr>
          <p:cNvSpPr txBox="1"/>
          <p:nvPr/>
        </p:nvSpPr>
        <p:spPr>
          <a:xfrm>
            <a:off x="634588" y="322061"/>
            <a:ext cx="591829" cy="246221"/>
          </a:xfrm>
          <a:prstGeom prst="rect">
            <a:avLst/>
          </a:prstGeom>
          <a:noFill/>
        </p:spPr>
        <p:txBody>
          <a:bodyPr wrap="none" rtlCol="0">
            <a:spAutoFit/>
          </a:bodyPr>
          <a:lstStyle/>
          <a:p>
            <a:r>
              <a:rPr lang="en-IN" sz="1000" dirty="0">
                <a:latin typeface="Arial Black" panose="020B0A04020102020204" pitchFamily="34" charset="0"/>
                <a:cs typeface="Arial" panose="020B0604020202020204" pitchFamily="34" charset="0"/>
              </a:rPr>
              <a:t>TEAM</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Picture 11">
            <a:extLst>
              <a:ext uri="{FF2B5EF4-FFF2-40B4-BE49-F238E27FC236}">
                <a16:creationId xmlns:a16="http://schemas.microsoft.com/office/drawing/2014/main" id="{CA8E84E4-6BA1-4532-7483-7EAF673AAF2D}"/>
              </a:ext>
            </a:extLst>
          </p:cNvPr>
          <p:cNvPicPr>
            <a:picLocks noChangeAspect="1"/>
          </p:cNvPicPr>
          <p:nvPr/>
        </p:nvPicPr>
        <p:blipFill>
          <a:blip r:embed="rId3"/>
          <a:stretch>
            <a:fillRect/>
          </a:stretch>
        </p:blipFill>
        <p:spPr>
          <a:xfrm>
            <a:off x="584901" y="-352930"/>
            <a:ext cx="4056148" cy="7210930"/>
          </a:xfrm>
          <a:prstGeom prst="rect">
            <a:avLst/>
          </a:prstGeom>
        </p:spPr>
      </p:pic>
      <p:sp>
        <p:nvSpPr>
          <p:cNvPr id="15361" name="Title 1"/>
          <p:cNvSpPr>
            <a:spLocks noGrp="1"/>
          </p:cNvSpPr>
          <p:nvPr>
            <p:ph type="title"/>
          </p:nvPr>
        </p:nvSpPr>
        <p:spPr>
          <a:xfrm>
            <a:off x="324765" y="24209"/>
            <a:ext cx="10972800" cy="1143000"/>
          </a:xfrm>
        </p:spPr>
        <p:txBody>
          <a:bodyPr/>
          <a:lstStyle/>
          <a:p>
            <a:pPr eaLnBrk="1" hangingPunct="1"/>
            <a:r>
              <a:rPr lang="en-US" sz="3600" b="1" dirty="0">
                <a:latin typeface="+mj-lt"/>
                <a:ea typeface="ＭＳ Ｐゴシック"/>
                <a:cs typeface="Arial" panose="020B0604020202020204" pitchFamily="34" charset="0"/>
              </a:rPr>
              <a:t>SARVALINK</a:t>
            </a:r>
            <a:endParaRPr lang="en-US" sz="3600" b="1" dirty="0">
              <a:latin typeface="+mj-lt"/>
              <a:ea typeface="ＭＳ Ｐゴシック" pitchFamily="1" charset="-128"/>
              <a:cs typeface="Arial" panose="020B0604020202020204" pitchFamily="34" charset="0"/>
            </a:endParaRPr>
          </a:p>
        </p:txBody>
      </p:sp>
      <p:sp>
        <p:nvSpPr>
          <p:cNvPr id="15362" name="TextBox 8"/>
          <p:cNvSpPr txBox="1">
            <a:spLocks noChangeArrowheads="1"/>
          </p:cNvSpPr>
          <p:nvPr/>
        </p:nvSpPr>
        <p:spPr bwMode="auto">
          <a:xfrm>
            <a:off x="4901184" y="1120676"/>
            <a:ext cx="7227425" cy="4370427"/>
          </a:xfrm>
          <a:prstGeom prst="rect">
            <a:avLst/>
          </a:prstGeom>
          <a:noFill/>
          <a:ln w="9525">
            <a:noFill/>
            <a:miter lim="800000"/>
            <a:headEnd/>
            <a:tailEnd/>
          </a:ln>
        </p:spPr>
        <p:txBody>
          <a:bodyPr wrap="square" lIns="91440" tIns="45720" rIns="91440" bIns="45720" anchor="t">
            <a:spAutoFit/>
          </a:bodyPr>
          <a:lstStyle/>
          <a:p>
            <a:r>
              <a:rPr lang="en-US" b="1" dirty="0">
                <a:solidFill>
                  <a:schemeClr val="tx2"/>
                </a:solidFill>
                <a:latin typeface="+mj-lt"/>
                <a:ea typeface="Calibri"/>
                <a:cs typeface="Arial" panose="020B0604020202020204" pitchFamily="34" charset="0"/>
              </a:rPr>
              <a:t>Problem Statement:</a:t>
            </a:r>
          </a:p>
          <a:p>
            <a:r>
              <a:rPr lang="en-US" sz="1600" dirty="0">
                <a:latin typeface="+mj-lt"/>
                <a:cs typeface="Arial" panose="020B0604020202020204" pitchFamily="34" charset="0"/>
              </a:rPr>
              <a:t>Educational institutions struggle with inefficient manual systems for attendance, data access, and secure authentication. The lack of a unified platform integrating Aadhar and ABC complicates identity verification and academic record management.</a:t>
            </a:r>
            <a:br>
              <a:rPr lang="en-US" sz="1600" dirty="0">
                <a:latin typeface="+mj-lt"/>
                <a:cs typeface="Arial" panose="020B0604020202020204" pitchFamily="34" charset="0"/>
              </a:rPr>
            </a:br>
            <a:r>
              <a:rPr lang="en-US" b="1" dirty="0">
                <a:solidFill>
                  <a:schemeClr val="tx2"/>
                </a:solidFill>
                <a:latin typeface="+mj-lt"/>
                <a:cs typeface="Arial" panose="020B0604020202020204" pitchFamily="34" charset="0"/>
              </a:rPr>
              <a:t>Proposed Solution:</a:t>
            </a:r>
            <a:br>
              <a:rPr lang="en-US" sz="1600" dirty="0">
                <a:latin typeface="+mj-lt"/>
                <a:cs typeface="Arial" panose="020B0604020202020204" pitchFamily="34" charset="0"/>
              </a:rPr>
            </a:br>
            <a:r>
              <a:rPr lang="en-US" sz="1600" dirty="0">
                <a:latin typeface="+mj-lt"/>
                <a:cs typeface="Arial" panose="020B0604020202020204" pitchFamily="34" charset="0"/>
              </a:rPr>
              <a:t>A unified college management system integrating QR code scanning, biometric face recognition, Aadhar, and the Academic Bank of Credits (ABC). With dual authentication, it automates attendance, manages departments, and enhances security and efficiency in academic institutions.</a:t>
            </a:r>
          </a:p>
          <a:p>
            <a:r>
              <a:rPr lang="en-US" b="1" dirty="0">
                <a:solidFill>
                  <a:schemeClr val="tx2"/>
                </a:solidFill>
                <a:latin typeface="+mj-lt"/>
                <a:ea typeface="Calibri"/>
                <a:cs typeface="Arial" panose="020B0604020202020204" pitchFamily="34" charset="0"/>
              </a:rPr>
              <a:t>How It Addresses The Problem:</a:t>
            </a:r>
          </a:p>
          <a:p>
            <a:pPr marL="285750" indent="-285750">
              <a:buFont typeface="Arial" panose="020B0604020202020204" pitchFamily="34" charset="0"/>
              <a:buChar char="•"/>
            </a:pPr>
            <a:r>
              <a:rPr lang="en-US" sz="1600" dirty="0">
                <a:latin typeface="+mj-lt"/>
                <a:ea typeface="Calibri"/>
                <a:cs typeface="Arial" panose="020B0604020202020204" pitchFamily="34" charset="0"/>
              </a:rPr>
              <a:t>Streamlines department workflows (library, accounts, exams, hostel) with real-time data syncing.</a:t>
            </a:r>
          </a:p>
          <a:p>
            <a:pPr marL="285750" indent="-285750">
              <a:buFont typeface="Arial" panose="020B0604020202020204" pitchFamily="34" charset="0"/>
              <a:buChar char="•"/>
            </a:pPr>
            <a:r>
              <a:rPr lang="en-US" sz="1600" dirty="0">
                <a:latin typeface="+mj-lt"/>
                <a:ea typeface="Calibri"/>
                <a:cs typeface="Arial" panose="020B0604020202020204" pitchFamily="34" charset="0"/>
              </a:rPr>
              <a:t>Enhances security via dual authentication using Aadhar and biometric verification.</a:t>
            </a:r>
          </a:p>
          <a:p>
            <a:pPr marL="285750" indent="-285750">
              <a:buFont typeface="Arial" panose="020B0604020202020204" pitchFamily="34" charset="0"/>
              <a:buChar char="•"/>
            </a:pPr>
            <a:r>
              <a:rPr lang="en-US" sz="1600" dirty="0">
                <a:latin typeface="+mj-lt"/>
                <a:ea typeface="Calibri"/>
                <a:cs typeface="Arial" panose="020B0604020202020204" pitchFamily="34" charset="0"/>
              </a:rPr>
              <a:t>Integrates ABC for seamless academic credit management.</a:t>
            </a:r>
          </a:p>
          <a:p>
            <a:pPr marL="285750" indent="-285750">
              <a:buFont typeface="Arial" panose="020B0604020202020204" pitchFamily="34" charset="0"/>
              <a:buChar char="•"/>
            </a:pPr>
            <a:r>
              <a:rPr lang="en-US" sz="1600" dirty="0">
                <a:latin typeface="+mj-lt"/>
                <a:ea typeface="Calibri"/>
                <a:cs typeface="Arial" panose="020B0604020202020204" pitchFamily="34" charset="0"/>
              </a:rPr>
              <a:t>Reduces fraud in identity verification during exams.</a:t>
            </a:r>
          </a:p>
          <a:p>
            <a:pPr marL="285750" indent="-285750">
              <a:buFont typeface="Arial" panose="020B0604020202020204" pitchFamily="34" charset="0"/>
              <a:buChar char="•"/>
            </a:pPr>
            <a:r>
              <a:rPr lang="en-US" sz="1600" dirty="0">
                <a:latin typeface="+mj-lt"/>
                <a:ea typeface="Calibri"/>
                <a:cs typeface="Arial" panose="020B0604020202020204" pitchFamily="34" charset="0"/>
              </a:rPr>
              <a:t>Automates attendance tracking through QR scanning and face recognition, eliminating manual errors.</a:t>
            </a:r>
          </a:p>
        </p:txBody>
      </p:sp>
      <p:sp>
        <p:nvSpPr>
          <p:cNvPr id="6" name="Slide Number Placeholder 5"/>
          <p:cNvSpPr>
            <a:spLocks noGrp="1"/>
          </p:cNvSpPr>
          <p:nvPr>
            <p:ph type="sldNum" sz="quarter" idx="12"/>
          </p:nvPr>
        </p:nvSpPr>
        <p:spPr/>
        <p:txBody>
          <a:bodyPr/>
          <a:lstStyle/>
          <a:p>
            <a:fld id="{677C3CE7-23F7-4828-823C-E0205DF2CF97}" type="slidenum">
              <a:rPr lang="en-US" b="1" smtClean="0">
                <a:solidFill>
                  <a:schemeClr val="bg1"/>
                </a:solidFill>
                <a:latin typeface="+mj-lt"/>
                <a:cs typeface="Arial" panose="020B0604020202020204" pitchFamily="34" charset="0"/>
              </a:rPr>
              <a:pPr/>
              <a:t>2</a:t>
            </a:fld>
            <a:endParaRPr lang="en-US" b="1">
              <a:solidFill>
                <a:schemeClr val="bg1"/>
              </a:solidFill>
              <a:latin typeface="+mj-lt"/>
              <a:cs typeface="Arial" panose="020B0604020202020204" pitchFamily="34" charset="0"/>
            </a:endParaRPr>
          </a:p>
        </p:txBody>
      </p:sp>
      <p:sp>
        <p:nvSpPr>
          <p:cNvPr id="7" name="Footer Placeholder 6"/>
          <p:cNvSpPr>
            <a:spLocks noGrp="1"/>
          </p:cNvSpPr>
          <p:nvPr>
            <p:ph type="ftr" sz="quarter" idx="11"/>
          </p:nvPr>
        </p:nvSpPr>
        <p:spPr>
          <a:xfrm>
            <a:off x="4648200" y="6356353"/>
            <a:ext cx="3204000" cy="365125"/>
          </a:xfrm>
        </p:spPr>
        <p:txBody>
          <a:bodyPr/>
          <a:lstStyle/>
          <a:p>
            <a:pPr>
              <a:defRPr/>
            </a:pPr>
            <a:r>
              <a:rPr lang="en-US">
                <a:solidFill>
                  <a:schemeClr val="bg1"/>
                </a:solidFill>
                <a:latin typeface="+mj-lt"/>
                <a:cs typeface="Arial" panose="020B0604020202020204" pitchFamily="34" charset="0"/>
              </a:rPr>
              <a:t>@SIH Idea submission- Template</a:t>
            </a:r>
          </a:p>
        </p:txBody>
      </p:sp>
      <p:sp>
        <p:nvSpPr>
          <p:cNvPr id="2" name="TextBox 1">
            <a:extLst>
              <a:ext uri="{FF2B5EF4-FFF2-40B4-BE49-F238E27FC236}">
                <a16:creationId xmlns:a16="http://schemas.microsoft.com/office/drawing/2014/main" id="{CE607B5D-D550-73CC-8419-A00E0A27A292}"/>
              </a:ext>
            </a:extLst>
          </p:cNvPr>
          <p:cNvSpPr txBox="1"/>
          <p:nvPr/>
        </p:nvSpPr>
        <p:spPr>
          <a:xfrm>
            <a:off x="324765" y="383616"/>
            <a:ext cx="1454822" cy="369332"/>
          </a:xfrm>
          <a:prstGeom prst="rect">
            <a:avLst/>
          </a:prstGeom>
          <a:noFill/>
        </p:spPr>
        <p:txBody>
          <a:bodyPr wrap="none" rtlCol="0">
            <a:spAutoFit/>
          </a:bodyPr>
          <a:lstStyle/>
          <a:p>
            <a:r>
              <a:rPr lang="en-IN" dirty="0" err="1">
                <a:solidFill>
                  <a:srgbClr val="0073FF"/>
                </a:solidFill>
                <a:latin typeface="Arial Black" panose="020B0A04020102020204" pitchFamily="34" charset="0"/>
                <a:cs typeface="Arial" panose="020B0604020202020204" pitchFamily="34" charset="0"/>
              </a:rPr>
              <a:t>SarvaLink</a:t>
            </a:r>
            <a:endParaRPr lang="en-IN" dirty="0">
              <a:solidFill>
                <a:srgbClr val="0073FF"/>
              </a:solidFill>
              <a:latin typeface="Arial Black" panose="020B0A04020102020204" pitchFamily="34" charset="0"/>
              <a:cs typeface="Arial" panose="020B0604020202020204" pitchFamily="34" charset="0"/>
            </a:endParaRPr>
          </a:p>
        </p:txBody>
      </p:sp>
      <p:sp>
        <p:nvSpPr>
          <p:cNvPr id="3" name="TextBox 2">
            <a:extLst>
              <a:ext uri="{FF2B5EF4-FFF2-40B4-BE49-F238E27FC236}">
                <a16:creationId xmlns:a16="http://schemas.microsoft.com/office/drawing/2014/main" id="{9EEAEB0A-3F65-30F2-87F2-B3862073D88D}"/>
              </a:ext>
            </a:extLst>
          </p:cNvPr>
          <p:cNvSpPr txBox="1"/>
          <p:nvPr/>
        </p:nvSpPr>
        <p:spPr>
          <a:xfrm>
            <a:off x="634588" y="322061"/>
            <a:ext cx="591829" cy="246221"/>
          </a:xfrm>
          <a:prstGeom prst="rect">
            <a:avLst/>
          </a:prstGeom>
          <a:noFill/>
        </p:spPr>
        <p:txBody>
          <a:bodyPr wrap="none" rtlCol="0">
            <a:spAutoFit/>
          </a:bodyPr>
          <a:lstStyle/>
          <a:p>
            <a:r>
              <a:rPr lang="en-IN" sz="1000" dirty="0">
                <a:latin typeface="Arial Black" panose="020B0A04020102020204" pitchFamily="34" charset="0"/>
                <a:cs typeface="Arial" panose="020B0604020202020204" pitchFamily="34" charset="0"/>
              </a:rPr>
              <a:t>TEAM</a:t>
            </a:r>
          </a:p>
        </p:txBody>
      </p:sp>
      <p:sp>
        <p:nvSpPr>
          <p:cNvPr id="4" name="TextBox 3">
            <a:extLst>
              <a:ext uri="{FF2B5EF4-FFF2-40B4-BE49-F238E27FC236}">
                <a16:creationId xmlns:a16="http://schemas.microsoft.com/office/drawing/2014/main" id="{B76D36FB-90FE-9A56-9470-568C61155089}"/>
              </a:ext>
            </a:extLst>
          </p:cNvPr>
          <p:cNvSpPr txBox="1"/>
          <p:nvPr/>
        </p:nvSpPr>
        <p:spPr>
          <a:xfrm>
            <a:off x="4901184" y="5907024"/>
            <a:ext cx="6327648" cy="369332"/>
          </a:xfrm>
          <a:prstGeom prst="rect">
            <a:avLst/>
          </a:prstGeom>
          <a:noFill/>
        </p:spPr>
        <p:txBody>
          <a:bodyPr wrap="square" rtlCol="0">
            <a:spAutoFit/>
          </a:bodyPr>
          <a:lstStyle/>
          <a:p>
            <a:r>
              <a:rPr lang="en-US" b="1" dirty="0">
                <a:solidFill>
                  <a:srgbClr val="FF0000"/>
                </a:solidFill>
                <a:latin typeface="+mj-lt"/>
                <a:cs typeface="Arial" panose="020B0604020202020204" pitchFamily="34" charset="0"/>
              </a:rPr>
              <a:t>For </a:t>
            </a:r>
            <a:r>
              <a:rPr lang="en-US" b="1" dirty="0" err="1">
                <a:solidFill>
                  <a:srgbClr val="FF0000"/>
                </a:solidFill>
                <a:latin typeface="+mj-lt"/>
                <a:cs typeface="Arial" panose="020B0604020202020204" pitchFamily="34" charset="0"/>
              </a:rPr>
              <a:t>Referance</a:t>
            </a:r>
            <a:r>
              <a:rPr lang="en-US" b="1" dirty="0">
                <a:solidFill>
                  <a:srgbClr val="FF0000"/>
                </a:solidFill>
                <a:latin typeface="+mj-lt"/>
                <a:cs typeface="Arial" panose="020B0604020202020204" pitchFamily="34" charset="0"/>
              </a:rPr>
              <a:t> Watch this: </a:t>
            </a:r>
            <a:r>
              <a:rPr lang="en-US" b="1" dirty="0">
                <a:solidFill>
                  <a:srgbClr val="FF0000"/>
                </a:solidFill>
                <a:latin typeface="+mj-lt"/>
                <a:cs typeface="Arial" panose="020B0604020202020204" pitchFamily="34" charset="0"/>
                <a:hlinkClick r:id="rId4"/>
              </a:rPr>
              <a:t>https://youtu.be/JNJ41hFCE5Q</a:t>
            </a:r>
            <a:r>
              <a:rPr lang="en-US" b="1" i="1" dirty="0">
                <a:solidFill>
                  <a:srgbClr val="FF0000"/>
                </a:solidFill>
                <a:latin typeface="+mj-lt"/>
                <a:cs typeface="Arial" panose="020B0604020202020204" pitchFamily="34" charset="0"/>
                <a:hlinkClick r:id="rId4"/>
              </a:rPr>
              <a:t> </a:t>
            </a:r>
            <a:endParaRPr lang="en-IN" b="1" i="1" dirty="0">
              <a:solidFill>
                <a:srgbClr val="FF0000"/>
              </a:solidFill>
              <a:latin typeface="+mj-lt"/>
              <a:cs typeface="Arial" panose="020B0604020202020204" pitchFamily="34" charset="0"/>
            </a:endParaRPr>
          </a:p>
        </p:txBody>
      </p:sp>
      <p:pic>
        <p:nvPicPr>
          <p:cNvPr id="8" name="Google Shape;93;p2">
            <a:extLst>
              <a:ext uri="{FF2B5EF4-FFF2-40B4-BE49-F238E27FC236}">
                <a16:creationId xmlns:a16="http://schemas.microsoft.com/office/drawing/2014/main" id="{55EB6928-4F51-3FCD-2490-F9260484EC56}"/>
              </a:ext>
            </a:extLst>
          </p:cNvPr>
          <p:cNvPicPr preferRelativeResize="0"/>
          <p:nvPr/>
        </p:nvPicPr>
        <p:blipFill rotWithShape="1">
          <a:blip r:embed="rId5">
            <a:alphaModFix/>
          </a:blip>
          <a:srcRect/>
          <a:stretch/>
        </p:blipFill>
        <p:spPr>
          <a:xfrm>
            <a:off x="11089453" y="0"/>
            <a:ext cx="1102547" cy="563929"/>
          </a:xfrm>
          <a:prstGeom prst="rect">
            <a:avLst/>
          </a:prstGeom>
          <a:noFill/>
          <a:ln>
            <a:noFill/>
          </a:ln>
        </p:spPr>
      </p:pic>
      <p:sp>
        <p:nvSpPr>
          <p:cNvPr id="9" name="Rectangle 8"/>
          <p:cNvSpPr>
            <a:spLocks noChangeArrowheads="1"/>
          </p:cNvSpPr>
          <p:nvPr/>
        </p:nvSpPr>
        <p:spPr bwMode="auto">
          <a:xfrm>
            <a:off x="0" y="6354762"/>
            <a:ext cx="12191999" cy="503238"/>
          </a:xfrm>
          <a:prstGeom prst="rect">
            <a:avLst/>
          </a:prstGeom>
          <a:solidFill>
            <a:srgbClr val="0070C0"/>
          </a:solidFill>
          <a:ln w="9525">
            <a:noFill/>
            <a:miter lim="800000"/>
            <a:headEnd/>
            <a:tailEnd/>
          </a:ln>
          <a:effectLst>
            <a:outerShdw dist="23000" dir="5400000" rotWithShape="0">
              <a:srgbClr val="808080">
                <a:alpha val="34999"/>
              </a:srgbClr>
            </a:outerShdw>
          </a:effectLst>
        </p:spPr>
        <p:txBody>
          <a:bodyPr anchor="ctr"/>
          <a:lstStyle/>
          <a:p>
            <a:pPr algn="ctr" fontAlgn="auto">
              <a:spcBef>
                <a:spcPts val="0"/>
              </a:spcBef>
              <a:spcAft>
                <a:spcPts val="0"/>
              </a:spcAft>
              <a:defRPr/>
            </a:pPr>
            <a:endParaRPr lang="en-US">
              <a:solidFill>
                <a:schemeClr val="accent2">
                  <a:lumMod val="75000"/>
                </a:schemeClr>
              </a:solidFill>
              <a:latin typeface="+mj-lt"/>
              <a:ea typeface="+mn-ea"/>
              <a:cs typeface="Arial" panose="020B0604020202020204" pitchFamily="34" charset="0"/>
            </a:endParaRPr>
          </a:p>
        </p:txBody>
      </p:sp>
      <p:sp>
        <p:nvSpPr>
          <p:cNvPr id="13" name="TextBox 12">
            <a:extLst>
              <a:ext uri="{FF2B5EF4-FFF2-40B4-BE49-F238E27FC236}">
                <a16:creationId xmlns:a16="http://schemas.microsoft.com/office/drawing/2014/main" id="{EC787E65-7BC7-3A67-8624-51EEA1A825B8}"/>
              </a:ext>
            </a:extLst>
          </p:cNvPr>
          <p:cNvSpPr txBox="1"/>
          <p:nvPr/>
        </p:nvSpPr>
        <p:spPr>
          <a:xfrm>
            <a:off x="1396212" y="6108938"/>
            <a:ext cx="1917513" cy="246221"/>
          </a:xfrm>
          <a:prstGeom prst="rect">
            <a:avLst/>
          </a:prstGeom>
          <a:noFill/>
        </p:spPr>
        <p:txBody>
          <a:bodyPr wrap="none" rtlCol="0">
            <a:spAutoFit/>
          </a:bodyPr>
          <a:lstStyle/>
          <a:p>
            <a:r>
              <a:rPr lang="en-US" sz="1000" b="1" dirty="0"/>
              <a:t>Fig.1) How Will QR System Work</a:t>
            </a:r>
            <a:endParaRPr lang="en-IN" sz="1000" b="1"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 name="Picture 15">
            <a:extLst>
              <a:ext uri="{FF2B5EF4-FFF2-40B4-BE49-F238E27FC236}">
                <a16:creationId xmlns:a16="http://schemas.microsoft.com/office/drawing/2014/main" id="{50CE467B-C522-9A2C-50AE-2F0DFF2EA3A8}"/>
              </a:ext>
            </a:extLst>
          </p:cNvPr>
          <p:cNvPicPr>
            <a:picLocks noChangeAspect="1"/>
          </p:cNvPicPr>
          <p:nvPr/>
        </p:nvPicPr>
        <p:blipFill>
          <a:blip r:embed="rId3"/>
          <a:stretch>
            <a:fillRect/>
          </a:stretch>
        </p:blipFill>
        <p:spPr>
          <a:xfrm>
            <a:off x="-56353" y="1124391"/>
            <a:ext cx="9335324" cy="5251120"/>
          </a:xfrm>
          <a:prstGeom prst="rect">
            <a:avLst/>
          </a:prstGeom>
        </p:spPr>
      </p:pic>
      <p:sp>
        <p:nvSpPr>
          <p:cNvPr id="10" name="Rectangle 9">
            <a:extLst>
              <a:ext uri="{FF2B5EF4-FFF2-40B4-BE49-F238E27FC236}">
                <a16:creationId xmlns:a16="http://schemas.microsoft.com/office/drawing/2014/main" id="{AD4F69D3-EEB0-4C4C-9434-B9960FB5854C}"/>
              </a:ext>
            </a:extLst>
          </p:cNvPr>
          <p:cNvSpPr>
            <a:spLocks noChangeArrowheads="1"/>
          </p:cNvSpPr>
          <p:nvPr/>
        </p:nvSpPr>
        <p:spPr bwMode="auto">
          <a:xfrm>
            <a:off x="0" y="6354762"/>
            <a:ext cx="12191999" cy="503238"/>
          </a:xfrm>
          <a:prstGeom prst="rect">
            <a:avLst/>
          </a:prstGeom>
          <a:solidFill>
            <a:srgbClr val="0070C0"/>
          </a:solidFill>
          <a:ln w="9525">
            <a:noFill/>
            <a:miter lim="800000"/>
            <a:headEnd/>
            <a:tailEnd/>
          </a:ln>
          <a:effectLst>
            <a:outerShdw dist="23000" dir="5400000" rotWithShape="0">
              <a:srgbClr val="808080">
                <a:alpha val="34999"/>
              </a:srgbClr>
            </a:outerShdw>
          </a:effectLst>
        </p:spPr>
        <p:txBody>
          <a:bodyPr anchor="ctr"/>
          <a:lstStyle/>
          <a:p>
            <a:pPr algn="ctr" fontAlgn="auto">
              <a:spcBef>
                <a:spcPts val="0"/>
              </a:spcBef>
              <a:spcAft>
                <a:spcPts val="0"/>
              </a:spcAft>
              <a:defRPr/>
            </a:pPr>
            <a:endParaRPr lang="en-US">
              <a:solidFill>
                <a:schemeClr val="accent2">
                  <a:lumMod val="75000"/>
                </a:schemeClr>
              </a:solidFill>
              <a:latin typeface="+mj-lt"/>
              <a:ea typeface="+mn-ea"/>
              <a:cs typeface="Arial" panose="020B0604020202020204" pitchFamily="34" charset="0"/>
            </a:endParaRPr>
          </a:p>
        </p:txBody>
      </p:sp>
      <p:sp>
        <p:nvSpPr>
          <p:cNvPr id="17409" name="Title 1"/>
          <p:cNvSpPr>
            <a:spLocks noGrp="1"/>
          </p:cNvSpPr>
          <p:nvPr>
            <p:ph type="title"/>
          </p:nvPr>
        </p:nvSpPr>
        <p:spPr>
          <a:xfrm>
            <a:off x="609600" y="12173"/>
            <a:ext cx="10972800" cy="1143000"/>
          </a:xfrm>
        </p:spPr>
        <p:txBody>
          <a:bodyPr/>
          <a:lstStyle/>
          <a:p>
            <a:pPr eaLnBrk="1" hangingPunct="1"/>
            <a:r>
              <a:rPr lang="en-US" sz="3600" b="1" dirty="0">
                <a:latin typeface="+mj-lt"/>
                <a:ea typeface="ＭＳ Ｐゴシック" pitchFamily="1" charset="-128"/>
                <a:cs typeface="Arial" panose="020B0604020202020204" pitchFamily="34" charset="0"/>
              </a:rPr>
              <a:t>TECHNICAL APPROACH</a:t>
            </a:r>
          </a:p>
        </p:txBody>
      </p:sp>
      <p:sp>
        <p:nvSpPr>
          <p:cNvPr id="6" name="Slide Number Placeholder 5"/>
          <p:cNvSpPr>
            <a:spLocks noGrp="1"/>
          </p:cNvSpPr>
          <p:nvPr>
            <p:ph type="sldNum" sz="quarter" idx="12"/>
          </p:nvPr>
        </p:nvSpPr>
        <p:spPr/>
        <p:txBody>
          <a:bodyPr/>
          <a:lstStyle/>
          <a:p>
            <a:fld id="{677C3CE7-23F7-4828-823C-E0205DF2CF97}" type="slidenum">
              <a:rPr lang="en-US" b="1">
                <a:solidFill>
                  <a:schemeClr val="bg1"/>
                </a:solidFill>
                <a:latin typeface="+mj-lt"/>
                <a:cs typeface="Arial" panose="020B0604020202020204" pitchFamily="34" charset="0"/>
              </a:rPr>
              <a:pPr/>
              <a:t>3</a:t>
            </a:fld>
            <a:endParaRPr lang="en-US" b="1">
              <a:solidFill>
                <a:schemeClr val="bg1"/>
              </a:solidFill>
              <a:latin typeface="+mj-lt"/>
              <a:cs typeface="Arial" panose="020B0604020202020204" pitchFamily="34" charset="0"/>
            </a:endParaRPr>
          </a:p>
        </p:txBody>
      </p:sp>
      <p:sp>
        <p:nvSpPr>
          <p:cNvPr id="22" name="Rectangle 21">
            <a:extLst>
              <a:ext uri="{FF2B5EF4-FFF2-40B4-BE49-F238E27FC236}">
                <a16:creationId xmlns:a16="http://schemas.microsoft.com/office/drawing/2014/main" id="{FA6F8F1F-4A56-19AB-C46E-B14450DE0DDD}"/>
              </a:ext>
            </a:extLst>
          </p:cNvPr>
          <p:cNvSpPr>
            <a:spLocks noChangeArrowheads="1"/>
          </p:cNvSpPr>
          <p:nvPr/>
        </p:nvSpPr>
        <p:spPr bwMode="auto">
          <a:xfrm>
            <a:off x="0" y="6354762"/>
            <a:ext cx="12191999" cy="503238"/>
          </a:xfrm>
          <a:prstGeom prst="rect">
            <a:avLst/>
          </a:prstGeom>
          <a:solidFill>
            <a:srgbClr val="0070C0"/>
          </a:solidFill>
          <a:ln w="9525">
            <a:noFill/>
            <a:miter lim="800000"/>
            <a:headEnd/>
            <a:tailEnd/>
          </a:ln>
          <a:effectLst>
            <a:outerShdw dist="23000" dir="5400000" rotWithShape="0">
              <a:srgbClr val="808080">
                <a:alpha val="34999"/>
              </a:srgbClr>
            </a:outerShdw>
          </a:effectLst>
        </p:spPr>
        <p:txBody>
          <a:bodyPr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a:ln>
                <a:noFill/>
              </a:ln>
              <a:solidFill>
                <a:srgbClr val="C0504D">
                  <a:lumMod val="75000"/>
                </a:srgbClr>
              </a:solidFill>
              <a:effectLst/>
              <a:uLnTx/>
              <a:uFillTx/>
              <a:latin typeface="+mj-lt"/>
              <a:cs typeface="Arial" panose="020B0604020202020204" pitchFamily="34" charset="0"/>
            </a:endParaRPr>
          </a:p>
        </p:txBody>
      </p:sp>
      <p:sp>
        <p:nvSpPr>
          <p:cNvPr id="23" name="Slide Number Placeholder 5">
            <a:extLst>
              <a:ext uri="{FF2B5EF4-FFF2-40B4-BE49-F238E27FC236}">
                <a16:creationId xmlns:a16="http://schemas.microsoft.com/office/drawing/2014/main" id="{E092D074-C594-B5ED-74F7-67F8AA70249A}"/>
              </a:ext>
            </a:extLst>
          </p:cNvPr>
          <p:cNvSpPr txBox="1">
            <a:spLocks/>
          </p:cNvSpPr>
          <p:nvPr/>
        </p:nvSpPr>
        <p:spPr>
          <a:xfrm>
            <a:off x="8737600" y="6356353"/>
            <a:ext cx="2844800" cy="365125"/>
          </a:xfrm>
          <a:prstGeom prst="rect">
            <a:avLst/>
          </a:prstGeom>
        </p:spPr>
        <p:txBody>
          <a:bodyPr vert="horz" wrap="square" lIns="91440" tIns="45720" rIns="91440" bIns="45720" numCol="1" anchor="ctr" anchorCtr="0" compatLnSpc="1">
            <a:prstTxWarp prst="textNoShape">
              <a:avLst/>
            </a:prstTxWarp>
          </a:bodyPr>
          <a:lstStyle>
            <a:defPPr>
              <a:defRPr lang="en-US"/>
            </a:defPPr>
            <a:lvl1pPr algn="r" defTabSz="457200" rtl="0" fontAlgn="base">
              <a:spcBef>
                <a:spcPct val="0"/>
              </a:spcBef>
              <a:spcAft>
                <a:spcPct val="0"/>
              </a:spcAft>
              <a:defRPr sz="1200" kern="1200">
                <a:solidFill>
                  <a:srgbClr val="898989"/>
                </a:solidFill>
                <a:latin typeface="TradeGothic" pitchFamily="1" charset="0"/>
                <a:ea typeface="ＭＳ Ｐゴシック" pitchFamily="1" charset="-128"/>
                <a:cs typeface="+mn-cs"/>
              </a:defRPr>
            </a:lvl1pPr>
            <a:lvl2pPr marL="457200" algn="l" defTabSz="457200" rtl="0" fontAlgn="base">
              <a:spcBef>
                <a:spcPct val="0"/>
              </a:spcBef>
              <a:spcAft>
                <a:spcPct val="0"/>
              </a:spcAft>
              <a:defRPr kern="1200">
                <a:solidFill>
                  <a:schemeClr val="tx1"/>
                </a:solidFill>
                <a:latin typeface="Calibri" pitchFamily="34" charset="0"/>
                <a:ea typeface="ＭＳ Ｐゴシック" pitchFamily="1" charset="-128"/>
                <a:cs typeface="+mn-cs"/>
              </a:defRPr>
            </a:lvl2pPr>
            <a:lvl3pPr marL="914400" algn="l" defTabSz="457200" rtl="0" fontAlgn="base">
              <a:spcBef>
                <a:spcPct val="0"/>
              </a:spcBef>
              <a:spcAft>
                <a:spcPct val="0"/>
              </a:spcAft>
              <a:defRPr kern="1200">
                <a:solidFill>
                  <a:schemeClr val="tx1"/>
                </a:solidFill>
                <a:latin typeface="Calibri" pitchFamily="34" charset="0"/>
                <a:ea typeface="ＭＳ Ｐゴシック" pitchFamily="1" charset="-128"/>
                <a:cs typeface="+mn-cs"/>
              </a:defRPr>
            </a:lvl3pPr>
            <a:lvl4pPr marL="1371600" algn="l" defTabSz="457200" rtl="0" fontAlgn="base">
              <a:spcBef>
                <a:spcPct val="0"/>
              </a:spcBef>
              <a:spcAft>
                <a:spcPct val="0"/>
              </a:spcAft>
              <a:defRPr kern="1200">
                <a:solidFill>
                  <a:schemeClr val="tx1"/>
                </a:solidFill>
                <a:latin typeface="Calibri" pitchFamily="34" charset="0"/>
                <a:ea typeface="ＭＳ Ｐゴシック" pitchFamily="1" charset="-128"/>
                <a:cs typeface="+mn-cs"/>
              </a:defRPr>
            </a:lvl4pPr>
            <a:lvl5pPr marL="1828800" algn="l" defTabSz="457200" rtl="0" fontAlgn="base">
              <a:spcBef>
                <a:spcPct val="0"/>
              </a:spcBef>
              <a:spcAft>
                <a:spcPct val="0"/>
              </a:spcAft>
              <a:defRPr kern="1200">
                <a:solidFill>
                  <a:schemeClr val="tx1"/>
                </a:solidFill>
                <a:latin typeface="Calibri" pitchFamily="34" charset="0"/>
                <a:ea typeface="ＭＳ Ｐゴシック" pitchFamily="1" charset="-128"/>
                <a:cs typeface="+mn-cs"/>
              </a:defRPr>
            </a:lvl5pPr>
            <a:lvl6pPr marL="2286000" algn="l" defTabSz="914400" rtl="0" eaLnBrk="1" latinLnBrk="0" hangingPunct="1">
              <a:defRPr kern="1200">
                <a:solidFill>
                  <a:schemeClr val="tx1"/>
                </a:solidFill>
                <a:latin typeface="Calibri" pitchFamily="34" charset="0"/>
                <a:ea typeface="ＭＳ Ｐゴシック" pitchFamily="1" charset="-128"/>
                <a:cs typeface="+mn-cs"/>
              </a:defRPr>
            </a:lvl6pPr>
            <a:lvl7pPr marL="2743200" algn="l" defTabSz="914400" rtl="0" eaLnBrk="1" latinLnBrk="0" hangingPunct="1">
              <a:defRPr kern="1200">
                <a:solidFill>
                  <a:schemeClr val="tx1"/>
                </a:solidFill>
                <a:latin typeface="Calibri" pitchFamily="34" charset="0"/>
                <a:ea typeface="ＭＳ Ｐゴシック" pitchFamily="1" charset="-128"/>
                <a:cs typeface="+mn-cs"/>
              </a:defRPr>
            </a:lvl7pPr>
            <a:lvl8pPr marL="3200400" algn="l" defTabSz="914400" rtl="0" eaLnBrk="1" latinLnBrk="0" hangingPunct="1">
              <a:defRPr kern="1200">
                <a:solidFill>
                  <a:schemeClr val="tx1"/>
                </a:solidFill>
                <a:latin typeface="Calibri" pitchFamily="34" charset="0"/>
                <a:ea typeface="ＭＳ Ｐゴシック" pitchFamily="1" charset="-128"/>
                <a:cs typeface="+mn-cs"/>
              </a:defRPr>
            </a:lvl8pPr>
            <a:lvl9pPr marL="3657600" algn="l" defTabSz="914400" rtl="0" eaLnBrk="1" latinLnBrk="0" hangingPunct="1">
              <a:defRPr kern="1200">
                <a:solidFill>
                  <a:schemeClr val="tx1"/>
                </a:solidFill>
                <a:latin typeface="Calibri" pitchFamily="34" charset="0"/>
                <a:ea typeface="ＭＳ Ｐゴシック" pitchFamily="1" charset="-128"/>
                <a:cs typeface="+mn-cs"/>
              </a:defRPr>
            </a:lvl9pPr>
          </a:lstStyle>
          <a:p>
            <a:pPr>
              <a:defRPr/>
            </a:pPr>
            <a:fld id="{677C3CE7-23F7-4828-823C-E0205DF2CF97}" type="slidenum">
              <a:rPr lang="en-US" sz="1400" b="1" smtClean="0">
                <a:solidFill>
                  <a:prstClr val="white"/>
                </a:solidFill>
                <a:latin typeface="+mj-lt"/>
                <a:cs typeface="Arial" panose="020B0604020202020204" pitchFamily="34" charset="0"/>
              </a:rPr>
              <a:pPr>
                <a:defRPr/>
              </a:pPr>
              <a:t>3</a:t>
            </a:fld>
            <a:endParaRPr lang="en-US" sz="1400" b="1">
              <a:solidFill>
                <a:prstClr val="white"/>
              </a:solidFill>
              <a:latin typeface="+mj-lt"/>
              <a:cs typeface="Arial" panose="020B0604020202020204" pitchFamily="34" charset="0"/>
            </a:endParaRPr>
          </a:p>
        </p:txBody>
      </p:sp>
      <p:sp>
        <p:nvSpPr>
          <p:cNvPr id="24" name="Footer Placeholder 6">
            <a:extLst>
              <a:ext uri="{FF2B5EF4-FFF2-40B4-BE49-F238E27FC236}">
                <a16:creationId xmlns:a16="http://schemas.microsoft.com/office/drawing/2014/main" id="{EE41050A-1AC3-A194-AD1C-4021DC5CB982}"/>
              </a:ext>
            </a:extLst>
          </p:cNvPr>
          <p:cNvSpPr>
            <a:spLocks noGrp="1"/>
          </p:cNvSpPr>
          <p:nvPr>
            <p:ph type="ftr" sz="quarter" idx="11"/>
          </p:nvPr>
        </p:nvSpPr>
        <p:spPr>
          <a:xfrm>
            <a:off x="4648200" y="6356353"/>
            <a:ext cx="3204000" cy="365125"/>
          </a:xfrm>
        </p:spPr>
        <p: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b="0" i="0" u="none" strike="noStrike" kern="1200" cap="none" spc="0" normalizeH="0" baseline="0" noProof="0" dirty="0">
                <a:ln>
                  <a:noFill/>
                </a:ln>
                <a:solidFill>
                  <a:prstClr val="white"/>
                </a:solidFill>
                <a:effectLst/>
                <a:uLnTx/>
                <a:uFillTx/>
                <a:latin typeface="+mj-lt"/>
                <a:cs typeface="Arial" panose="020B0604020202020204" pitchFamily="34" charset="0"/>
              </a:rPr>
              <a:t>@SIH Idea submission- Template</a:t>
            </a:r>
          </a:p>
        </p:txBody>
      </p:sp>
      <p:sp>
        <p:nvSpPr>
          <p:cNvPr id="20" name="TextBox 19">
            <a:extLst>
              <a:ext uri="{FF2B5EF4-FFF2-40B4-BE49-F238E27FC236}">
                <a16:creationId xmlns:a16="http://schemas.microsoft.com/office/drawing/2014/main" id="{788722CE-9E7F-C669-425A-64875433446B}"/>
              </a:ext>
            </a:extLst>
          </p:cNvPr>
          <p:cNvSpPr txBox="1"/>
          <p:nvPr/>
        </p:nvSpPr>
        <p:spPr>
          <a:xfrm>
            <a:off x="9032647" y="1606880"/>
            <a:ext cx="3419194" cy="190821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dirty="0">
                <a:solidFill>
                  <a:schemeClr val="tx2"/>
                </a:solidFill>
                <a:latin typeface="+mj-lt"/>
                <a:ea typeface="ＭＳ Ｐゴシック"/>
                <a:cs typeface="Arial" panose="020B0604020202020204" pitchFamily="34" charset="0"/>
              </a:rPr>
              <a:t>Hardware Used &amp; Costing:</a:t>
            </a:r>
            <a:endParaRPr lang="en-US" dirty="0">
              <a:latin typeface="+mj-lt"/>
              <a:ea typeface="ＭＳ Ｐゴシック"/>
              <a:cs typeface="Arial" panose="020B0604020202020204" pitchFamily="34" charset="0"/>
            </a:endParaRPr>
          </a:p>
          <a:p>
            <a:pPr marL="285750" indent="-285750" algn="l">
              <a:buFont typeface="Arial"/>
              <a:buChar char="•"/>
            </a:pPr>
            <a:r>
              <a:rPr lang="en-US" sz="1600" dirty="0">
                <a:latin typeface="+mj-lt"/>
                <a:ea typeface="ＭＳ Ｐゴシック"/>
                <a:cs typeface="Arial" panose="020B0604020202020204" pitchFamily="34" charset="0"/>
              </a:rPr>
              <a:t>ESP32</a:t>
            </a:r>
            <a:endParaRPr lang="en-US" sz="1600" dirty="0">
              <a:latin typeface="+mj-lt"/>
              <a:cs typeface="Arial" panose="020B0604020202020204" pitchFamily="34" charset="0"/>
            </a:endParaRPr>
          </a:p>
          <a:p>
            <a:pPr marL="285750" indent="-285750">
              <a:buFont typeface="Arial"/>
              <a:buChar char="•"/>
            </a:pPr>
            <a:r>
              <a:rPr lang="en-US" sz="1600" dirty="0">
                <a:latin typeface="+mj-lt"/>
                <a:ea typeface="ＭＳ Ｐゴシック"/>
                <a:cs typeface="Arial" panose="020B0604020202020204" pitchFamily="34" charset="0"/>
              </a:rPr>
              <a:t>LCD Screen</a:t>
            </a:r>
          </a:p>
          <a:p>
            <a:pPr marL="285750" indent="-285750">
              <a:buFont typeface="Arial"/>
              <a:buChar char="•"/>
            </a:pPr>
            <a:r>
              <a:rPr lang="en-US" sz="1600" dirty="0">
                <a:latin typeface="+mj-lt"/>
                <a:ea typeface="ＭＳ Ｐゴシック"/>
                <a:cs typeface="Arial" panose="020B0604020202020204" pitchFamily="34" charset="0"/>
              </a:rPr>
              <a:t>Battery &amp; it’s Module</a:t>
            </a:r>
          </a:p>
          <a:p>
            <a:pPr marL="285750" indent="-285750">
              <a:buFont typeface="Arial"/>
              <a:buChar char="•"/>
            </a:pPr>
            <a:endParaRPr lang="en-US" sz="1600" dirty="0">
              <a:latin typeface="+mj-lt"/>
              <a:ea typeface="ＭＳ Ｐゴシック"/>
              <a:cs typeface="Arial" panose="020B0604020202020204" pitchFamily="34" charset="0"/>
            </a:endParaRPr>
          </a:p>
          <a:p>
            <a:r>
              <a:rPr lang="en-US" sz="2000" b="1" dirty="0">
                <a:latin typeface="+mj-lt"/>
                <a:ea typeface="ＭＳ Ｐゴシック"/>
                <a:cs typeface="Arial" panose="020B0604020202020204" pitchFamily="34" charset="0"/>
              </a:rPr>
              <a:t>Total costing :- </a:t>
            </a:r>
            <a:r>
              <a:rPr lang="en-US" sz="2000" b="1" dirty="0">
                <a:solidFill>
                  <a:srgbClr val="323232"/>
                </a:solidFill>
                <a:latin typeface="+mj-lt"/>
                <a:ea typeface="Roboto Slab"/>
                <a:cs typeface="Arial" panose="020B0604020202020204" pitchFamily="34" charset="0"/>
              </a:rPr>
              <a:t>₹899</a:t>
            </a:r>
          </a:p>
          <a:p>
            <a:pPr marL="285750" marR="0" lvl="0" indent="-285750" algn="l" defTabSz="457200" rtl="0" eaLnBrk="1" fontAlgn="base" latinLnBrk="0" hangingPunct="1">
              <a:lnSpc>
                <a:spcPct val="100000"/>
              </a:lnSpc>
              <a:spcBef>
                <a:spcPct val="0"/>
              </a:spcBef>
              <a:spcAft>
                <a:spcPct val="0"/>
              </a:spcAft>
              <a:buClrTx/>
              <a:buSzTx/>
              <a:buFont typeface="Arial"/>
              <a:buChar char="•"/>
              <a:tabLst/>
              <a:defRPr/>
            </a:pPr>
            <a:endParaRPr lang="en-US" sz="1600" dirty="0">
              <a:solidFill>
                <a:prstClr val="black"/>
              </a:solidFill>
              <a:latin typeface="+mj-lt"/>
              <a:ea typeface="ＭＳ Ｐゴシック"/>
              <a:cs typeface="Arial" panose="020B0604020202020204" pitchFamily="34" charset="0"/>
            </a:endParaRPr>
          </a:p>
        </p:txBody>
      </p:sp>
      <p:sp>
        <p:nvSpPr>
          <p:cNvPr id="14" name="Content Placeholder 13">
            <a:extLst>
              <a:ext uri="{FF2B5EF4-FFF2-40B4-BE49-F238E27FC236}">
                <a16:creationId xmlns:a16="http://schemas.microsoft.com/office/drawing/2014/main" id="{C6AF8111-44A4-9663-9EBB-FCEB465E170E}"/>
              </a:ext>
            </a:extLst>
          </p:cNvPr>
          <p:cNvSpPr>
            <a:spLocks noGrp="1"/>
          </p:cNvSpPr>
          <p:nvPr>
            <p:ph sz="half" idx="2"/>
          </p:nvPr>
        </p:nvSpPr>
        <p:spPr>
          <a:xfrm>
            <a:off x="9032647" y="3414400"/>
            <a:ext cx="2753241" cy="2251438"/>
          </a:xfrm>
        </p:spPr>
        <p:txBody>
          <a:bodyPr>
            <a:noAutofit/>
          </a:bodyPr>
          <a:lstStyle/>
          <a:p>
            <a:pPr marL="0" indent="0">
              <a:buNone/>
            </a:pPr>
            <a:r>
              <a:rPr lang="en-US" sz="1800" b="1" dirty="0">
                <a:solidFill>
                  <a:schemeClr val="tx2"/>
                </a:solidFill>
                <a:latin typeface="+mj-lt"/>
                <a:ea typeface="ＭＳ Ｐゴシック"/>
                <a:cs typeface="Arial" panose="020B0604020202020204" pitchFamily="34" charset="0"/>
              </a:rPr>
              <a:t>Frontend:</a:t>
            </a:r>
          </a:p>
          <a:p>
            <a:r>
              <a:rPr lang="en-US" sz="1600" dirty="0">
                <a:latin typeface="+mj-lt"/>
                <a:ea typeface="ＭＳ Ｐゴシック"/>
                <a:cs typeface="Arial" panose="020B0604020202020204" pitchFamily="34" charset="0"/>
              </a:rPr>
              <a:t>APP(for students)</a:t>
            </a:r>
          </a:p>
          <a:p>
            <a:r>
              <a:rPr lang="en-US" sz="1600" dirty="0">
                <a:latin typeface="+mj-lt"/>
                <a:ea typeface="ＭＳ Ｐゴシック"/>
                <a:cs typeface="Arial" panose="020B0604020202020204" pitchFamily="34" charset="0"/>
              </a:rPr>
              <a:t>WEB APP (for admin)</a:t>
            </a:r>
            <a:endParaRPr lang="en-US" sz="1600" dirty="0">
              <a:latin typeface="+mj-lt"/>
              <a:cs typeface="Arial" panose="020B0604020202020204" pitchFamily="34" charset="0"/>
            </a:endParaRPr>
          </a:p>
          <a:p>
            <a:pPr marL="0" indent="0">
              <a:buNone/>
            </a:pPr>
            <a:r>
              <a:rPr lang="en-US" sz="1800" b="1" dirty="0">
                <a:solidFill>
                  <a:schemeClr val="tx2"/>
                </a:solidFill>
                <a:latin typeface="+mj-lt"/>
                <a:ea typeface="ＭＳ Ｐゴシック"/>
                <a:cs typeface="Arial" panose="020B0604020202020204" pitchFamily="34" charset="0"/>
              </a:rPr>
              <a:t>Backend:</a:t>
            </a:r>
          </a:p>
          <a:p>
            <a:r>
              <a:rPr lang="en-US" sz="1600" dirty="0" err="1">
                <a:latin typeface="+mj-lt"/>
                <a:ea typeface="ＭＳ Ｐゴシック"/>
                <a:cs typeface="Arial" panose="020B0604020202020204" pitchFamily="34" charset="0"/>
              </a:rPr>
              <a:t>Directus</a:t>
            </a:r>
            <a:endParaRPr lang="en-US" sz="1600" dirty="0">
              <a:latin typeface="+mj-lt"/>
              <a:ea typeface="ＭＳ Ｐゴシック"/>
              <a:cs typeface="Arial" panose="020B0604020202020204" pitchFamily="34" charset="0"/>
            </a:endParaRPr>
          </a:p>
          <a:p>
            <a:r>
              <a:rPr lang="en-US" sz="1600" dirty="0">
                <a:latin typeface="+mj-lt"/>
                <a:ea typeface="ＭＳ Ｐゴシック"/>
                <a:cs typeface="Arial" panose="020B0604020202020204" pitchFamily="34" charset="0"/>
              </a:rPr>
              <a:t>Python</a:t>
            </a:r>
          </a:p>
          <a:p>
            <a:r>
              <a:rPr lang="en-US" sz="1600" dirty="0">
                <a:latin typeface="+mj-lt"/>
                <a:ea typeface="ＭＳ Ｐゴシック"/>
                <a:cs typeface="Arial" panose="020B0604020202020204" pitchFamily="34" charset="0"/>
              </a:rPr>
              <a:t>Database</a:t>
            </a:r>
          </a:p>
          <a:p>
            <a:pPr marL="0" indent="0">
              <a:buNone/>
            </a:pPr>
            <a:endParaRPr lang="en-US" dirty="0">
              <a:latin typeface="+mj-lt"/>
              <a:ea typeface="ＭＳ Ｐゴシック"/>
              <a:cs typeface="Arial" panose="020B0604020202020204" pitchFamily="34" charset="0"/>
            </a:endParaRPr>
          </a:p>
        </p:txBody>
      </p:sp>
      <p:sp>
        <p:nvSpPr>
          <p:cNvPr id="7" name="TextBox 6">
            <a:extLst>
              <a:ext uri="{FF2B5EF4-FFF2-40B4-BE49-F238E27FC236}">
                <a16:creationId xmlns:a16="http://schemas.microsoft.com/office/drawing/2014/main" id="{D4D789D2-A7FA-3B0B-603A-48271EF8EDC2}"/>
              </a:ext>
            </a:extLst>
          </p:cNvPr>
          <p:cNvSpPr txBox="1"/>
          <p:nvPr/>
        </p:nvSpPr>
        <p:spPr>
          <a:xfrm>
            <a:off x="3259817" y="1119418"/>
            <a:ext cx="2702984" cy="276999"/>
          </a:xfrm>
          <a:prstGeom prst="rect">
            <a:avLst/>
          </a:prstGeom>
          <a:noFill/>
        </p:spPr>
        <p:txBody>
          <a:bodyPr wrap="none" rtlCol="0">
            <a:spAutoFit/>
          </a:bodyPr>
          <a:lstStyle/>
          <a:p>
            <a:r>
              <a:rPr lang="en-US" sz="1200" b="1" i="0" dirty="0">
                <a:solidFill>
                  <a:srgbClr val="1A1A1A"/>
                </a:solidFill>
                <a:effectLst/>
                <a:latin typeface="+mj-lt"/>
                <a:cs typeface="Arial" panose="020B0604020202020204" pitchFamily="34" charset="0"/>
              </a:rPr>
              <a:t>Dynamic QR code and Face Recognition</a:t>
            </a:r>
            <a:endParaRPr lang="en-IN" sz="1200" b="1" dirty="0">
              <a:latin typeface="+mj-lt"/>
              <a:cs typeface="Arial" panose="020B0604020202020204" pitchFamily="34" charset="0"/>
            </a:endParaRPr>
          </a:p>
        </p:txBody>
      </p:sp>
      <p:pic>
        <p:nvPicPr>
          <p:cNvPr id="11" name="Google Shape;93;p2">
            <a:extLst>
              <a:ext uri="{FF2B5EF4-FFF2-40B4-BE49-F238E27FC236}">
                <a16:creationId xmlns:a16="http://schemas.microsoft.com/office/drawing/2014/main" id="{88F5A793-0698-521E-79DE-4DD4F347F8C3}"/>
              </a:ext>
            </a:extLst>
          </p:cNvPr>
          <p:cNvPicPr preferRelativeResize="0"/>
          <p:nvPr/>
        </p:nvPicPr>
        <p:blipFill rotWithShape="1">
          <a:blip r:embed="rId4">
            <a:alphaModFix/>
          </a:blip>
          <a:srcRect/>
          <a:stretch/>
        </p:blipFill>
        <p:spPr>
          <a:xfrm>
            <a:off x="11089453" y="0"/>
            <a:ext cx="1102547" cy="563929"/>
          </a:xfrm>
          <a:prstGeom prst="rect">
            <a:avLst/>
          </a:prstGeom>
          <a:noFill/>
          <a:ln>
            <a:noFill/>
          </a:ln>
        </p:spPr>
      </p:pic>
      <p:sp>
        <p:nvSpPr>
          <p:cNvPr id="18" name="TextBox 17">
            <a:extLst>
              <a:ext uri="{FF2B5EF4-FFF2-40B4-BE49-F238E27FC236}">
                <a16:creationId xmlns:a16="http://schemas.microsoft.com/office/drawing/2014/main" id="{10FA91F1-23B2-4545-44A6-67B6997DBAD6}"/>
              </a:ext>
            </a:extLst>
          </p:cNvPr>
          <p:cNvSpPr txBox="1"/>
          <p:nvPr/>
        </p:nvSpPr>
        <p:spPr>
          <a:xfrm>
            <a:off x="3668002" y="6074646"/>
            <a:ext cx="6281530" cy="246221"/>
          </a:xfrm>
          <a:prstGeom prst="rect">
            <a:avLst/>
          </a:prstGeom>
          <a:noFill/>
        </p:spPr>
        <p:txBody>
          <a:bodyPr wrap="square">
            <a:spAutoFit/>
          </a:bodyPr>
          <a:lstStyle/>
          <a:p>
            <a:r>
              <a:rPr lang="en-US" sz="1000" b="1" dirty="0"/>
              <a:t>Fig.2) How Will Overall System Work</a:t>
            </a:r>
            <a:endParaRPr lang="en-IN" sz="1000" b="1" dirty="0"/>
          </a:p>
        </p:txBody>
      </p:sp>
      <p:sp>
        <p:nvSpPr>
          <p:cNvPr id="8" name="TextBox 7">
            <a:extLst>
              <a:ext uri="{FF2B5EF4-FFF2-40B4-BE49-F238E27FC236}">
                <a16:creationId xmlns:a16="http://schemas.microsoft.com/office/drawing/2014/main" id="{109B5A8F-DEF6-014C-FB7F-5776D06C6825}"/>
              </a:ext>
            </a:extLst>
          </p:cNvPr>
          <p:cNvSpPr txBox="1"/>
          <p:nvPr/>
        </p:nvSpPr>
        <p:spPr>
          <a:xfrm>
            <a:off x="324765" y="383616"/>
            <a:ext cx="1454822" cy="369332"/>
          </a:xfrm>
          <a:prstGeom prst="rect">
            <a:avLst/>
          </a:prstGeom>
          <a:noFill/>
        </p:spPr>
        <p:txBody>
          <a:bodyPr wrap="none" rtlCol="0">
            <a:spAutoFit/>
          </a:bodyPr>
          <a:lstStyle/>
          <a:p>
            <a:r>
              <a:rPr lang="en-IN" dirty="0" err="1">
                <a:solidFill>
                  <a:srgbClr val="0073FF"/>
                </a:solidFill>
                <a:latin typeface="Arial Black" panose="020B0A04020102020204" pitchFamily="34" charset="0"/>
                <a:cs typeface="Arial" panose="020B0604020202020204" pitchFamily="34" charset="0"/>
              </a:rPr>
              <a:t>SarvaLink</a:t>
            </a:r>
            <a:endParaRPr lang="en-IN" dirty="0">
              <a:solidFill>
                <a:srgbClr val="0073FF"/>
              </a:solidFill>
              <a:latin typeface="Arial Black" panose="020B0A04020102020204" pitchFamily="34" charset="0"/>
              <a:cs typeface="Arial" panose="020B0604020202020204" pitchFamily="34" charset="0"/>
            </a:endParaRPr>
          </a:p>
        </p:txBody>
      </p:sp>
      <p:sp>
        <p:nvSpPr>
          <p:cNvPr id="9" name="TextBox 8">
            <a:extLst>
              <a:ext uri="{FF2B5EF4-FFF2-40B4-BE49-F238E27FC236}">
                <a16:creationId xmlns:a16="http://schemas.microsoft.com/office/drawing/2014/main" id="{3040B216-D2D1-1C35-1806-8AD30F011CAD}"/>
              </a:ext>
            </a:extLst>
          </p:cNvPr>
          <p:cNvSpPr txBox="1"/>
          <p:nvPr/>
        </p:nvSpPr>
        <p:spPr>
          <a:xfrm>
            <a:off x="634588" y="322061"/>
            <a:ext cx="591829" cy="246221"/>
          </a:xfrm>
          <a:prstGeom prst="rect">
            <a:avLst/>
          </a:prstGeom>
          <a:noFill/>
        </p:spPr>
        <p:txBody>
          <a:bodyPr wrap="none" rtlCol="0">
            <a:spAutoFit/>
          </a:bodyPr>
          <a:lstStyle/>
          <a:p>
            <a:r>
              <a:rPr lang="en-IN" sz="1000" dirty="0">
                <a:latin typeface="Arial Black" panose="020B0A04020102020204" pitchFamily="34" charset="0"/>
                <a:cs typeface="Arial" panose="020B0604020202020204" pitchFamily="34" charset="0"/>
              </a:rPr>
              <a:t>TEAM</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D4F69D3-EEB0-4C4C-9434-B9960FB5854C}"/>
              </a:ext>
            </a:extLst>
          </p:cNvPr>
          <p:cNvSpPr>
            <a:spLocks noChangeArrowheads="1"/>
          </p:cNvSpPr>
          <p:nvPr/>
        </p:nvSpPr>
        <p:spPr bwMode="auto">
          <a:xfrm>
            <a:off x="0" y="6354762"/>
            <a:ext cx="12191999" cy="503238"/>
          </a:xfrm>
          <a:prstGeom prst="rect">
            <a:avLst/>
          </a:prstGeom>
          <a:solidFill>
            <a:srgbClr val="0070C0"/>
          </a:solidFill>
          <a:ln w="9525">
            <a:noFill/>
            <a:miter lim="800000"/>
            <a:headEnd/>
            <a:tailEnd/>
          </a:ln>
          <a:effectLst>
            <a:outerShdw dist="23000" dir="5400000" rotWithShape="0">
              <a:srgbClr val="808080">
                <a:alpha val="34999"/>
              </a:srgbClr>
            </a:outerShdw>
          </a:effectLst>
        </p:spPr>
        <p:txBody>
          <a:bodyPr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a:ln>
                <a:noFill/>
              </a:ln>
              <a:solidFill>
                <a:srgbClr val="C0504D">
                  <a:lumMod val="75000"/>
                </a:srgbClr>
              </a:solidFill>
              <a:effectLst/>
              <a:uLnTx/>
              <a:uFillTx/>
              <a:latin typeface="+mj-lt"/>
              <a:cs typeface="Arial" panose="020B0604020202020204" pitchFamily="34" charset="0"/>
            </a:endParaRPr>
          </a:p>
        </p:txBody>
      </p:sp>
      <p:sp>
        <p:nvSpPr>
          <p:cNvPr id="17409" name="Title 1"/>
          <p:cNvSpPr>
            <a:spLocks noGrp="1"/>
          </p:cNvSpPr>
          <p:nvPr>
            <p:ph type="title"/>
          </p:nvPr>
        </p:nvSpPr>
        <p:spPr>
          <a:xfrm>
            <a:off x="763800" y="-127639"/>
            <a:ext cx="10972800" cy="1143000"/>
          </a:xfrm>
        </p:spPr>
        <p:txBody>
          <a:bodyPr/>
          <a:lstStyle/>
          <a:p>
            <a:pPr eaLnBrk="1" hangingPunct="1"/>
            <a:r>
              <a:rPr lang="en-US" sz="3600" b="1" dirty="0">
                <a:latin typeface="+mj-lt"/>
                <a:ea typeface="ＭＳ Ｐゴシック" pitchFamily="1" charset="-128"/>
                <a:cs typeface="Arial" panose="020B0604020202020204" pitchFamily="34" charset="0"/>
              </a:rPr>
              <a:t>FEASIBILITY AND VIABILITY</a:t>
            </a:r>
          </a:p>
        </p:txBody>
      </p:sp>
      <p:sp>
        <p:nvSpPr>
          <p:cNvPr id="6" name="Slide Number Placeholder 5"/>
          <p:cNvSpPr>
            <a:spLocks noGrp="1"/>
          </p:cNvSpPr>
          <p:nvPr>
            <p:ph type="sldNum" sz="quarter" idx="12"/>
          </p:nvPr>
        </p:nvSpPr>
        <p:spPr/>
        <p:txBody>
          <a:bodyPr/>
          <a:lstStyle/>
          <a:p>
            <a:pPr marL="0" marR="0" lvl="0" indent="0" algn="r" defTabSz="457200" rtl="0" eaLnBrk="1" fontAlgn="base" latinLnBrk="0" hangingPunct="1">
              <a:lnSpc>
                <a:spcPct val="100000"/>
              </a:lnSpc>
              <a:spcBef>
                <a:spcPct val="0"/>
              </a:spcBef>
              <a:spcAft>
                <a:spcPct val="0"/>
              </a:spcAft>
              <a:buClrTx/>
              <a:buSzTx/>
              <a:buFontTx/>
              <a:buNone/>
              <a:tabLst/>
              <a:defRPr/>
            </a:pPr>
            <a:fld id="{677C3CE7-23F7-4828-823C-E0205DF2CF97}" type="slidenum">
              <a:rPr kumimoji="0" lang="en-US" sz="1400" b="1" i="0" u="none" strike="noStrike" kern="1200" cap="none" spc="0" normalizeH="0" baseline="0" noProof="0">
                <a:ln>
                  <a:noFill/>
                </a:ln>
                <a:solidFill>
                  <a:prstClr val="white"/>
                </a:solidFill>
                <a:effectLst/>
                <a:uLnTx/>
                <a:uFillTx/>
                <a:latin typeface="+mj-lt"/>
                <a:cs typeface="Arial" panose="020B0604020202020204" pitchFamily="34" charset="0"/>
              </a:rPr>
              <a:pPr marL="0" marR="0" lvl="0" indent="0" algn="r" defTabSz="457200" rtl="0" eaLnBrk="1" fontAlgn="base" latinLnBrk="0" hangingPunct="1">
                <a:lnSpc>
                  <a:spcPct val="100000"/>
                </a:lnSpc>
                <a:spcBef>
                  <a:spcPct val="0"/>
                </a:spcBef>
                <a:spcAft>
                  <a:spcPct val="0"/>
                </a:spcAft>
                <a:buClrTx/>
                <a:buSzTx/>
                <a:buFontTx/>
                <a:buNone/>
                <a:tabLst/>
                <a:defRPr/>
              </a:pPr>
              <a:t>4</a:t>
            </a:fld>
            <a:endParaRPr kumimoji="0" lang="en-US" sz="1400" b="1" i="0" u="none" strike="noStrike" kern="1200" cap="none" spc="0" normalizeH="0" baseline="0" noProof="0">
              <a:ln>
                <a:noFill/>
              </a:ln>
              <a:solidFill>
                <a:prstClr val="white"/>
              </a:solidFill>
              <a:effectLst/>
              <a:uLnTx/>
              <a:uFillTx/>
              <a:latin typeface="+mj-lt"/>
              <a:cs typeface="Arial" panose="020B0604020202020204" pitchFamily="34" charset="0"/>
            </a:endParaRPr>
          </a:p>
        </p:txBody>
      </p:sp>
      <p:sp>
        <p:nvSpPr>
          <p:cNvPr id="7" name="Footer Placeholder 6"/>
          <p:cNvSpPr>
            <a:spLocks noGrp="1"/>
          </p:cNvSpPr>
          <p:nvPr>
            <p:ph type="ftr" sz="quarter" idx="11"/>
          </p:nvPr>
        </p:nvSpPr>
        <p:spPr>
          <a:xfrm>
            <a:off x="4648200" y="6356353"/>
            <a:ext cx="3204000" cy="365125"/>
          </a:xfrm>
        </p:spPr>
        <p: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b="0" i="0" u="none" strike="noStrike" kern="1200" cap="none" spc="0" normalizeH="0" baseline="0" noProof="0" dirty="0">
                <a:ln>
                  <a:noFill/>
                </a:ln>
                <a:solidFill>
                  <a:prstClr val="white"/>
                </a:solidFill>
                <a:effectLst/>
                <a:uLnTx/>
                <a:uFillTx/>
                <a:latin typeface="+mj-lt"/>
                <a:cs typeface="Arial" panose="020B0604020202020204" pitchFamily="34" charset="0"/>
              </a:rPr>
              <a:t>@SIH Idea submission- Template</a:t>
            </a:r>
          </a:p>
        </p:txBody>
      </p:sp>
      <p:pic>
        <p:nvPicPr>
          <p:cNvPr id="8" name="Google Shape;93;p2"/>
          <p:cNvPicPr preferRelativeResize="0"/>
          <p:nvPr/>
        </p:nvPicPr>
        <p:blipFill rotWithShape="1">
          <a:blip r:embed="rId3">
            <a:alphaModFix/>
          </a:blip>
          <a:srcRect/>
          <a:stretch/>
        </p:blipFill>
        <p:spPr>
          <a:xfrm>
            <a:off x="11031126" y="14370"/>
            <a:ext cx="1102547" cy="563929"/>
          </a:xfrm>
          <a:prstGeom prst="rect">
            <a:avLst/>
          </a:prstGeom>
          <a:noFill/>
          <a:ln>
            <a:noFill/>
          </a:ln>
        </p:spPr>
      </p:pic>
      <p:sp>
        <p:nvSpPr>
          <p:cNvPr id="3" name="TextBox 2">
            <a:extLst>
              <a:ext uri="{FF2B5EF4-FFF2-40B4-BE49-F238E27FC236}">
                <a16:creationId xmlns:a16="http://schemas.microsoft.com/office/drawing/2014/main" id="{986868D4-174F-BB8A-5A96-94BB983BD199}"/>
              </a:ext>
            </a:extLst>
          </p:cNvPr>
          <p:cNvSpPr txBox="1"/>
          <p:nvPr/>
        </p:nvSpPr>
        <p:spPr>
          <a:xfrm>
            <a:off x="6404400" y="3182485"/>
            <a:ext cx="5646086" cy="240065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dirty="0">
                <a:latin typeface="+mj-lt"/>
                <a:ea typeface="ＭＳ Ｐゴシック"/>
                <a:cs typeface="Arial" panose="020B0604020202020204" pitchFamily="34" charset="0"/>
              </a:rPr>
              <a:t>Viability:</a:t>
            </a:r>
          </a:p>
          <a:p>
            <a:pPr marL="342900" indent="-342900">
              <a:buFont typeface="Arial" panose="020B0604020202020204" pitchFamily="34" charset="0"/>
              <a:buChar char="•"/>
            </a:pPr>
            <a:r>
              <a:rPr lang="en-US" b="1" dirty="0">
                <a:latin typeface="+mj-lt"/>
                <a:ea typeface="ＭＳ Ｐゴシック"/>
                <a:cs typeface="Arial" panose="020B0604020202020204" pitchFamily="34" charset="0"/>
              </a:rPr>
              <a:t>Cost: </a:t>
            </a:r>
            <a:r>
              <a:rPr lang="en-US" dirty="0">
                <a:latin typeface="+mj-lt"/>
                <a:ea typeface="ＭＳ Ｐゴシック"/>
                <a:cs typeface="Arial" panose="020B0604020202020204" pitchFamily="34" charset="0"/>
              </a:rPr>
              <a:t>Initial investment offset by long-term savings in administrative costs and efficiency gains.</a:t>
            </a:r>
          </a:p>
          <a:p>
            <a:pPr marL="342900" indent="-342900">
              <a:buFont typeface="Arial" panose="020B0604020202020204" pitchFamily="34" charset="0"/>
              <a:buChar char="•"/>
            </a:pPr>
            <a:r>
              <a:rPr lang="en-US" b="1" dirty="0">
                <a:latin typeface="+mj-lt"/>
                <a:ea typeface="ＭＳ Ｐゴシック"/>
                <a:cs typeface="Arial" panose="020B0604020202020204" pitchFamily="34" charset="0"/>
              </a:rPr>
              <a:t>Sustainability: </a:t>
            </a:r>
            <a:r>
              <a:rPr lang="en-US" dirty="0">
                <a:latin typeface="+mj-lt"/>
                <a:ea typeface="ＭＳ Ｐゴシック"/>
                <a:cs typeface="Arial" panose="020B0604020202020204" pitchFamily="34" charset="0"/>
              </a:rPr>
              <a:t>Reduces paperwork, scalable across departments, and future-proof with ABC integration.</a:t>
            </a:r>
          </a:p>
          <a:p>
            <a:pPr marL="342900" indent="-342900">
              <a:buFont typeface="Arial" panose="020B0604020202020204" pitchFamily="34" charset="0"/>
              <a:buChar char="•"/>
            </a:pPr>
            <a:r>
              <a:rPr lang="en-US" b="1" dirty="0">
                <a:latin typeface="+mj-lt"/>
                <a:ea typeface="ＭＳ Ｐゴシック"/>
                <a:cs typeface="Arial" panose="020B0604020202020204" pitchFamily="34" charset="0"/>
              </a:rPr>
              <a:t>Satisfaction</a:t>
            </a:r>
            <a:r>
              <a:rPr lang="en-US" dirty="0">
                <a:latin typeface="+mj-lt"/>
                <a:ea typeface="ＭＳ Ｐゴシック"/>
                <a:cs typeface="Arial" panose="020B0604020202020204" pitchFamily="34" charset="0"/>
              </a:rPr>
              <a:t>: Streamlined processes improve student/staff experience, supporting institutional modernization.</a:t>
            </a:r>
          </a:p>
        </p:txBody>
      </p:sp>
      <p:sp>
        <p:nvSpPr>
          <p:cNvPr id="4" name="TextBox 3">
            <a:extLst>
              <a:ext uri="{FF2B5EF4-FFF2-40B4-BE49-F238E27FC236}">
                <a16:creationId xmlns:a16="http://schemas.microsoft.com/office/drawing/2014/main" id="{A5913072-CE60-E7AD-7D43-FF4A9823D508}"/>
              </a:ext>
            </a:extLst>
          </p:cNvPr>
          <p:cNvSpPr txBox="1"/>
          <p:nvPr/>
        </p:nvSpPr>
        <p:spPr>
          <a:xfrm>
            <a:off x="6404400" y="781828"/>
            <a:ext cx="5646086" cy="240065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dirty="0">
                <a:latin typeface="+mj-lt"/>
                <a:ea typeface="Calibri"/>
                <a:cs typeface="Arial" panose="020B0604020202020204" pitchFamily="34" charset="0"/>
              </a:rPr>
              <a:t>Feasibility:</a:t>
            </a:r>
          </a:p>
          <a:p>
            <a:pPr marL="285750" indent="-285750">
              <a:buFont typeface="Arial"/>
              <a:buChar char="•"/>
            </a:pPr>
            <a:r>
              <a:rPr lang="en-US" b="1" dirty="0">
                <a:latin typeface="+mj-lt"/>
                <a:ea typeface="Calibri"/>
                <a:cs typeface="Arial" panose="020B0604020202020204" pitchFamily="34" charset="0"/>
              </a:rPr>
              <a:t>Technical: </a:t>
            </a:r>
            <a:r>
              <a:rPr lang="en-US" dirty="0">
                <a:latin typeface="+mj-lt"/>
                <a:ea typeface="Calibri"/>
                <a:cs typeface="Arial" panose="020B0604020202020204" pitchFamily="34" charset="0"/>
              </a:rPr>
              <a:t>QR code, face recognition, Aadhar, ABC integration are feasible with existing technology and cloud infrastructure.</a:t>
            </a:r>
          </a:p>
          <a:p>
            <a:pPr marL="285750" indent="-285750">
              <a:buFont typeface="Arial"/>
              <a:buChar char="•"/>
            </a:pPr>
            <a:r>
              <a:rPr lang="en-US" b="1" dirty="0">
                <a:latin typeface="+mj-lt"/>
                <a:ea typeface="Calibri"/>
                <a:cs typeface="Arial" panose="020B0604020202020204" pitchFamily="34" charset="0"/>
              </a:rPr>
              <a:t>Operational: </a:t>
            </a:r>
            <a:r>
              <a:rPr lang="en-US" dirty="0">
                <a:latin typeface="+mj-lt"/>
                <a:ea typeface="Calibri"/>
                <a:cs typeface="Arial" panose="020B0604020202020204" pitchFamily="34" charset="0"/>
              </a:rPr>
              <a:t>Intuitive system with minimal training required; easily adopted across departments.</a:t>
            </a:r>
          </a:p>
          <a:p>
            <a:pPr marL="285750" indent="-285750">
              <a:buFont typeface="Arial"/>
              <a:buChar char="•"/>
            </a:pPr>
            <a:r>
              <a:rPr lang="en-US" b="1" dirty="0">
                <a:latin typeface="+mj-lt"/>
                <a:ea typeface="Calibri"/>
                <a:cs typeface="Arial" panose="020B0604020202020204" pitchFamily="34" charset="0"/>
              </a:rPr>
              <a:t>Legal/Security: </a:t>
            </a:r>
            <a:r>
              <a:rPr lang="en-US" dirty="0">
                <a:latin typeface="+mj-lt"/>
                <a:ea typeface="Calibri"/>
                <a:cs typeface="Arial" panose="020B0604020202020204" pitchFamily="34" charset="0"/>
              </a:rPr>
              <a:t>Follows data protection and Aadhar compliance regulations.</a:t>
            </a:r>
            <a:endParaRPr lang="en-US" sz="1600" dirty="0">
              <a:latin typeface="+mj-lt"/>
              <a:ea typeface="Calibri"/>
              <a:cs typeface="Arial" panose="020B0604020202020204" pitchFamily="34" charset="0"/>
            </a:endParaRPr>
          </a:p>
        </p:txBody>
      </p:sp>
      <mc:AlternateContent xmlns:mc="http://schemas.openxmlformats.org/markup-compatibility/2006" xmlns:p14="http://schemas.microsoft.com/office/powerpoint/2010/main">
        <mc:Choice Requires="p14">
          <p:contentPart p14:bwMode="auto" r:id="rId4">
            <p14:nvContentPartPr>
              <p14:cNvPr id="2" name="Ink 1">
                <a:extLst>
                  <a:ext uri="{FF2B5EF4-FFF2-40B4-BE49-F238E27FC236}">
                    <a16:creationId xmlns:a16="http://schemas.microsoft.com/office/drawing/2014/main" id="{E2DD73A2-2D59-FCD2-D6D0-2CF1336AFCB6}"/>
                  </a:ext>
                </a:extLst>
              </p14:cNvPr>
              <p14:cNvContentPartPr/>
              <p14:nvPr/>
            </p14:nvContentPartPr>
            <p14:xfrm>
              <a:off x="5727833" y="2059003"/>
              <a:ext cx="360" cy="360"/>
            </p14:xfrm>
          </p:contentPart>
        </mc:Choice>
        <mc:Fallback xmlns="">
          <p:pic>
            <p:nvPicPr>
              <p:cNvPr id="2" name="Ink 1">
                <a:extLst>
                  <a:ext uri="{FF2B5EF4-FFF2-40B4-BE49-F238E27FC236}">
                    <a16:creationId xmlns:a16="http://schemas.microsoft.com/office/drawing/2014/main" id="{E2DD73A2-2D59-FCD2-D6D0-2CF1336AFCB6}"/>
                  </a:ext>
                </a:extLst>
              </p:cNvPr>
              <p:cNvPicPr/>
              <p:nvPr/>
            </p:nvPicPr>
            <p:blipFill>
              <a:blip r:embed="rId5"/>
              <a:stretch>
                <a:fillRect/>
              </a:stretch>
            </p:blipFill>
            <p:spPr>
              <a:xfrm>
                <a:off x="5719193" y="2050003"/>
                <a:ext cx="18000" cy="18000"/>
              </a:xfrm>
              <a:prstGeom prst="rect">
                <a:avLst/>
              </a:prstGeom>
            </p:spPr>
          </p:pic>
        </mc:Fallback>
      </mc:AlternateContent>
      <p:pic>
        <p:nvPicPr>
          <p:cNvPr id="16" name="Picture 15">
            <a:extLst>
              <a:ext uri="{FF2B5EF4-FFF2-40B4-BE49-F238E27FC236}">
                <a16:creationId xmlns:a16="http://schemas.microsoft.com/office/drawing/2014/main" id="{261A148E-80B8-6F83-F35B-F21AA9C9723C}"/>
              </a:ext>
            </a:extLst>
          </p:cNvPr>
          <p:cNvPicPr>
            <a:picLocks noChangeAspect="1"/>
          </p:cNvPicPr>
          <p:nvPr/>
        </p:nvPicPr>
        <p:blipFill>
          <a:blip r:embed="rId6"/>
          <a:stretch>
            <a:fillRect/>
          </a:stretch>
        </p:blipFill>
        <p:spPr>
          <a:xfrm>
            <a:off x="141514" y="265426"/>
            <a:ext cx="6286617" cy="5952814"/>
          </a:xfrm>
          <a:prstGeom prst="rect">
            <a:avLst/>
          </a:prstGeom>
        </p:spPr>
      </p:pic>
      <p:sp>
        <p:nvSpPr>
          <p:cNvPr id="18" name="TextBox 17">
            <a:extLst>
              <a:ext uri="{FF2B5EF4-FFF2-40B4-BE49-F238E27FC236}">
                <a16:creationId xmlns:a16="http://schemas.microsoft.com/office/drawing/2014/main" id="{EE5E211B-4E65-56E3-E6E2-5170A7D96782}"/>
              </a:ext>
            </a:extLst>
          </p:cNvPr>
          <p:cNvSpPr txBox="1"/>
          <p:nvPr/>
        </p:nvSpPr>
        <p:spPr>
          <a:xfrm>
            <a:off x="1504785" y="6104406"/>
            <a:ext cx="6094674" cy="246221"/>
          </a:xfrm>
          <a:prstGeom prst="rect">
            <a:avLst/>
          </a:prstGeom>
          <a:noFill/>
        </p:spPr>
        <p:txBody>
          <a:bodyPr wrap="square">
            <a:spAutoFit/>
          </a:bodyPr>
          <a:lstStyle/>
          <a:p>
            <a:r>
              <a:rPr lang="en-US" sz="1000" b="1" dirty="0"/>
              <a:t>Fig.3) How Will Admin Dashboard Work</a:t>
            </a:r>
            <a:endParaRPr lang="en-IN" sz="1000" b="1" dirty="0"/>
          </a:p>
        </p:txBody>
      </p:sp>
    </p:spTree>
    <p:extLst>
      <p:ext uri="{BB962C8B-B14F-4D97-AF65-F5344CB8AC3E}">
        <p14:creationId xmlns:p14="http://schemas.microsoft.com/office/powerpoint/2010/main" val="375338791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D4F69D3-EEB0-4C4C-9434-B9960FB5854C}"/>
              </a:ext>
            </a:extLst>
          </p:cNvPr>
          <p:cNvSpPr>
            <a:spLocks noChangeArrowheads="1"/>
          </p:cNvSpPr>
          <p:nvPr/>
        </p:nvSpPr>
        <p:spPr bwMode="auto">
          <a:xfrm>
            <a:off x="0" y="6354762"/>
            <a:ext cx="12191999" cy="503238"/>
          </a:xfrm>
          <a:prstGeom prst="rect">
            <a:avLst/>
          </a:prstGeom>
          <a:solidFill>
            <a:srgbClr val="0070C0"/>
          </a:solidFill>
          <a:ln w="9525">
            <a:noFill/>
            <a:miter lim="800000"/>
            <a:headEnd/>
            <a:tailEnd/>
          </a:ln>
          <a:effectLst>
            <a:outerShdw dist="23000" dir="5400000" rotWithShape="0">
              <a:srgbClr val="808080">
                <a:alpha val="34999"/>
              </a:srgbClr>
            </a:outerShdw>
          </a:effectLst>
        </p:spPr>
        <p:txBody>
          <a:bodyPr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C0504D">
                  <a:lumMod val="75000"/>
                </a:srgbClr>
              </a:solidFill>
              <a:effectLst/>
              <a:uLnTx/>
              <a:uFillTx/>
              <a:latin typeface="+mj-lt"/>
              <a:cs typeface="Arial" panose="020B0604020202020204" pitchFamily="34" charset="0"/>
            </a:endParaRPr>
          </a:p>
        </p:txBody>
      </p:sp>
      <p:sp>
        <p:nvSpPr>
          <p:cNvPr id="17409" name="Title 1"/>
          <p:cNvSpPr>
            <a:spLocks noGrp="1"/>
          </p:cNvSpPr>
          <p:nvPr>
            <p:ph type="title"/>
          </p:nvPr>
        </p:nvSpPr>
        <p:spPr>
          <a:xfrm>
            <a:off x="609600" y="-3218"/>
            <a:ext cx="10972800" cy="1143000"/>
          </a:xfrm>
        </p:spPr>
        <p:txBody>
          <a:bodyPr/>
          <a:lstStyle/>
          <a:p>
            <a:pPr eaLnBrk="1" hangingPunct="1"/>
            <a:r>
              <a:rPr lang="en-US" sz="3200" b="1" dirty="0">
                <a:latin typeface="+mj-lt"/>
                <a:ea typeface="ＭＳ Ｐゴシック" pitchFamily="1" charset="-128"/>
                <a:cs typeface="Arial" panose="020B0604020202020204" pitchFamily="34" charset="0"/>
              </a:rPr>
              <a:t>FUTURE SCOPE &amp; IMPACT , BENEFITS</a:t>
            </a:r>
          </a:p>
        </p:txBody>
      </p:sp>
      <p:sp>
        <p:nvSpPr>
          <p:cNvPr id="6" name="Slide Number Placeholder 5"/>
          <p:cNvSpPr>
            <a:spLocks noGrp="1"/>
          </p:cNvSpPr>
          <p:nvPr>
            <p:ph type="sldNum" sz="quarter" idx="12"/>
          </p:nvPr>
        </p:nvSpPr>
        <p:spPr/>
        <p:txBody>
          <a:bodyPr/>
          <a:lstStyle/>
          <a:p>
            <a:pPr marL="0" marR="0" lvl="0" indent="0" algn="r" defTabSz="457200" rtl="0" eaLnBrk="1" fontAlgn="base" latinLnBrk="0" hangingPunct="1">
              <a:lnSpc>
                <a:spcPct val="100000"/>
              </a:lnSpc>
              <a:spcBef>
                <a:spcPct val="0"/>
              </a:spcBef>
              <a:spcAft>
                <a:spcPct val="0"/>
              </a:spcAft>
              <a:buClrTx/>
              <a:buSzTx/>
              <a:buFontTx/>
              <a:buNone/>
              <a:tabLst/>
              <a:defRPr/>
            </a:pPr>
            <a:fld id="{677C3CE7-23F7-4828-823C-E0205DF2CF97}" type="slidenum">
              <a:rPr kumimoji="0" lang="en-US" sz="1200" b="1" i="0" u="none" strike="noStrike" kern="1200" cap="none" spc="0" normalizeH="0" baseline="0" noProof="0">
                <a:ln>
                  <a:noFill/>
                </a:ln>
                <a:solidFill>
                  <a:prstClr val="white"/>
                </a:solidFill>
                <a:effectLst/>
                <a:uLnTx/>
                <a:uFillTx/>
                <a:latin typeface="+mj-lt"/>
                <a:cs typeface="Arial" panose="020B0604020202020204" pitchFamily="34" charset="0"/>
              </a:rPr>
              <a:pPr marL="0" marR="0" lvl="0" indent="0" algn="r" defTabSz="457200" rtl="0" eaLnBrk="1" fontAlgn="base" latinLnBrk="0" hangingPunct="1">
                <a:lnSpc>
                  <a:spcPct val="100000"/>
                </a:lnSpc>
                <a:spcBef>
                  <a:spcPct val="0"/>
                </a:spcBef>
                <a:spcAft>
                  <a:spcPct val="0"/>
                </a:spcAft>
                <a:buClrTx/>
                <a:buSzTx/>
                <a:buFontTx/>
                <a:buNone/>
                <a:tabLst/>
                <a:defRPr/>
              </a:pPr>
              <a:t>5</a:t>
            </a:fld>
            <a:endParaRPr kumimoji="0" lang="en-US" sz="1200" b="1" i="0" u="none" strike="noStrike" kern="1200" cap="none" spc="0" normalizeH="0" baseline="0" noProof="0">
              <a:ln>
                <a:noFill/>
              </a:ln>
              <a:solidFill>
                <a:prstClr val="white"/>
              </a:solidFill>
              <a:effectLst/>
              <a:uLnTx/>
              <a:uFillTx/>
              <a:latin typeface="+mj-lt"/>
              <a:cs typeface="Arial" panose="020B0604020202020204" pitchFamily="34" charset="0"/>
            </a:endParaRPr>
          </a:p>
        </p:txBody>
      </p:sp>
      <p:sp>
        <p:nvSpPr>
          <p:cNvPr id="7" name="Footer Placeholder 6"/>
          <p:cNvSpPr>
            <a:spLocks noGrp="1"/>
          </p:cNvSpPr>
          <p:nvPr>
            <p:ph type="ftr" sz="quarter" idx="11"/>
          </p:nvPr>
        </p:nvSpPr>
        <p:spPr>
          <a:xfrm>
            <a:off x="4648200" y="6356353"/>
            <a:ext cx="3204000" cy="365125"/>
          </a:xfrm>
        </p:spPr>
        <p: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white"/>
                </a:solidFill>
                <a:effectLst/>
                <a:uLnTx/>
                <a:uFillTx/>
                <a:latin typeface="+mj-lt"/>
                <a:cs typeface="Arial" panose="020B0604020202020204" pitchFamily="34" charset="0"/>
              </a:rPr>
              <a:t>@SIH Idea submission- Template</a:t>
            </a:r>
          </a:p>
        </p:txBody>
      </p:sp>
      <p:sp>
        <p:nvSpPr>
          <p:cNvPr id="3" name="TextBox 2">
            <a:extLst>
              <a:ext uri="{FF2B5EF4-FFF2-40B4-BE49-F238E27FC236}">
                <a16:creationId xmlns:a16="http://schemas.microsoft.com/office/drawing/2014/main" id="{A02F24E4-25C2-9B6C-7B5F-C13621942A0B}"/>
              </a:ext>
            </a:extLst>
          </p:cNvPr>
          <p:cNvSpPr txBox="1"/>
          <p:nvPr/>
        </p:nvSpPr>
        <p:spPr>
          <a:xfrm>
            <a:off x="6095999" y="1301614"/>
            <a:ext cx="5771236" cy="4191597"/>
          </a:xfrm>
          <a:prstGeom prst="rect">
            <a:avLst/>
          </a:prstGeom>
          <a:noFill/>
        </p:spPr>
        <p:txBody>
          <a:bodyPr wrap="square" lIns="91440" tIns="45720" rIns="91440" bIns="45720" anchor="t">
            <a:spAutoFit/>
          </a:bodyPr>
          <a:lstStyle/>
          <a:p>
            <a:pPr marL="0" marR="0" lvl="0" indent="0" algn="l" defTabSz="457200" rtl="0" eaLnBrk="1" fontAlgn="base" latinLnBrk="0" hangingPunct="1">
              <a:lnSpc>
                <a:spcPct val="100000"/>
              </a:lnSpc>
              <a:spcBef>
                <a:spcPct val="0"/>
              </a:spcBef>
              <a:spcAft>
                <a:spcPct val="0"/>
              </a:spcAft>
              <a:buClrTx/>
              <a:buSzTx/>
              <a:buFontTx/>
              <a:buNone/>
              <a:tabLst/>
              <a:defRPr/>
            </a:pPr>
            <a:r>
              <a:rPr kumimoji="0" lang="en-US" sz="2400" b="1" i="0" u="none" strike="noStrike" kern="1200" cap="none" spc="0" normalizeH="0" baseline="0" noProof="0" dirty="0">
                <a:ln>
                  <a:noFill/>
                </a:ln>
                <a:solidFill>
                  <a:prstClr val="black"/>
                </a:solidFill>
                <a:effectLst/>
                <a:uLnTx/>
                <a:uFillTx/>
                <a:latin typeface="+mj-lt"/>
                <a:ea typeface="Calibri"/>
                <a:cs typeface="Arial" panose="020B0604020202020204" pitchFamily="34" charset="0"/>
              </a:rPr>
              <a:t>	Impact &amp; Benefits:</a:t>
            </a:r>
            <a:endParaRPr lang="en-US" sz="1400" dirty="0">
              <a:latin typeface="+mj-lt"/>
              <a:ea typeface="ＭＳ Ｐゴシック"/>
              <a:cs typeface="Arial" panose="020B0604020202020204" pitchFamily="34" charset="0"/>
            </a:endParaRPr>
          </a:p>
          <a:p>
            <a:pPr marL="742950" lvl="1" indent="-285750">
              <a:lnSpc>
                <a:spcPct val="107000"/>
              </a:lnSpc>
              <a:spcAft>
                <a:spcPts val="800"/>
              </a:spcAft>
              <a:buFont typeface="Arial" panose="020B0604020202020204" pitchFamily="34" charset="0"/>
              <a:buChar char="•"/>
            </a:pPr>
            <a:r>
              <a:rPr lang="en-US" sz="1400" b="1" dirty="0">
                <a:latin typeface="+mj-lt"/>
                <a:ea typeface="ＭＳ Ｐゴシック"/>
                <a:cs typeface="Arial" panose="020B0604020202020204" pitchFamily="34" charset="0"/>
              </a:rPr>
              <a:t>Efficiency Boost</a:t>
            </a:r>
            <a:r>
              <a:rPr lang="en-US" sz="1400" dirty="0">
                <a:latin typeface="+mj-lt"/>
                <a:ea typeface="ＭＳ Ｐゴシック"/>
                <a:cs typeface="Arial" panose="020B0604020202020204" pitchFamily="34" charset="0"/>
              </a:rPr>
              <a:t>: Automates attendance, fee management, and library processes, reducing manual work and errors.</a:t>
            </a:r>
          </a:p>
          <a:p>
            <a:pPr marL="742950" lvl="1" indent="-285750">
              <a:lnSpc>
                <a:spcPct val="107000"/>
              </a:lnSpc>
              <a:spcAft>
                <a:spcPts val="800"/>
              </a:spcAft>
              <a:buFont typeface="Arial" panose="020B0604020202020204" pitchFamily="34" charset="0"/>
              <a:buChar char="•"/>
            </a:pPr>
            <a:r>
              <a:rPr lang="en-US" sz="1400" b="1" dirty="0">
                <a:latin typeface="+mj-lt"/>
                <a:ea typeface="ＭＳ Ｐゴシック"/>
                <a:cs typeface="Arial" panose="020B0604020202020204" pitchFamily="34" charset="0"/>
              </a:rPr>
              <a:t>Improved Security</a:t>
            </a:r>
            <a:r>
              <a:rPr lang="en-US" sz="1400" dirty="0">
                <a:latin typeface="+mj-lt"/>
                <a:ea typeface="ＭＳ Ｐゴシック"/>
                <a:cs typeface="Arial" panose="020B0604020202020204" pitchFamily="34" charset="0"/>
              </a:rPr>
              <a:t>: Biometric face recognition and Aadhar integration ensure secure student verification and data protection.</a:t>
            </a:r>
          </a:p>
          <a:p>
            <a:pPr marL="742950" lvl="1" indent="-285750">
              <a:lnSpc>
                <a:spcPct val="107000"/>
              </a:lnSpc>
              <a:spcAft>
                <a:spcPts val="800"/>
              </a:spcAft>
              <a:buFont typeface="Arial" panose="020B0604020202020204" pitchFamily="34" charset="0"/>
              <a:buChar char="•"/>
            </a:pPr>
            <a:r>
              <a:rPr lang="en-US" sz="1400" b="1" dirty="0">
                <a:latin typeface="+mj-lt"/>
                <a:ea typeface="ＭＳ Ｐゴシック"/>
                <a:cs typeface="Arial" panose="020B0604020202020204" pitchFamily="34" charset="0"/>
              </a:rPr>
              <a:t>Time Savings</a:t>
            </a:r>
            <a:r>
              <a:rPr lang="en-US" sz="1400" dirty="0">
                <a:latin typeface="+mj-lt"/>
                <a:ea typeface="ＭＳ Ｐゴシック"/>
                <a:cs typeface="Arial" panose="020B0604020202020204" pitchFamily="34" charset="0"/>
              </a:rPr>
              <a:t>: Streamlines operations across departments, speeding up tasks like exam registration, fee payments, and book borrowing.</a:t>
            </a:r>
          </a:p>
          <a:p>
            <a:pPr marL="742950" lvl="1" indent="-285750">
              <a:lnSpc>
                <a:spcPct val="107000"/>
              </a:lnSpc>
              <a:spcAft>
                <a:spcPts val="800"/>
              </a:spcAft>
              <a:buFont typeface="Arial" panose="020B0604020202020204" pitchFamily="34" charset="0"/>
              <a:buChar char="•"/>
            </a:pPr>
            <a:r>
              <a:rPr lang="en-US" sz="1400" b="1" dirty="0">
                <a:latin typeface="+mj-lt"/>
                <a:ea typeface="ＭＳ Ｐゴシック"/>
                <a:cs typeface="Arial" panose="020B0604020202020204" pitchFamily="34" charset="0"/>
              </a:rPr>
              <a:t>Student Empowerment</a:t>
            </a:r>
            <a:r>
              <a:rPr lang="en-US" sz="1400" dirty="0">
                <a:latin typeface="+mj-lt"/>
                <a:ea typeface="ＭＳ Ｐゴシック"/>
                <a:cs typeface="Arial" panose="020B0604020202020204" pitchFamily="34" charset="0"/>
              </a:rPr>
              <a:t>: Real-time access to academic results, study materials, and a query system enhances the student experience.</a:t>
            </a:r>
          </a:p>
          <a:p>
            <a:pPr marL="742950" lvl="1" indent="-285750">
              <a:lnSpc>
                <a:spcPct val="107000"/>
              </a:lnSpc>
              <a:spcAft>
                <a:spcPts val="800"/>
              </a:spcAft>
              <a:buFont typeface="Arial" panose="020B0604020202020204" pitchFamily="34" charset="0"/>
              <a:buChar char="•"/>
            </a:pPr>
            <a:r>
              <a:rPr lang="en-US" sz="1400" b="1" dirty="0">
                <a:latin typeface="+mj-lt"/>
                <a:ea typeface="ＭＳ Ｐゴシック"/>
                <a:cs typeface="Arial" panose="020B0604020202020204" pitchFamily="34" charset="0"/>
              </a:rPr>
              <a:t>Data Centralization</a:t>
            </a:r>
            <a:r>
              <a:rPr lang="en-US" sz="1400" dirty="0">
                <a:latin typeface="+mj-lt"/>
                <a:ea typeface="ＭＳ Ｐゴシック"/>
                <a:cs typeface="Arial" panose="020B0604020202020204" pitchFamily="34" charset="0"/>
              </a:rPr>
              <a:t>: Unified system links academic records with ABC for seamless credit and performance tracking.</a:t>
            </a:r>
          </a:p>
          <a:p>
            <a:pPr marL="742950" lvl="1" indent="-285750">
              <a:lnSpc>
                <a:spcPct val="107000"/>
              </a:lnSpc>
              <a:spcAft>
                <a:spcPts val="800"/>
              </a:spcAft>
              <a:buFont typeface="Arial" panose="020B0604020202020204" pitchFamily="34" charset="0"/>
              <a:buChar char="•"/>
            </a:pPr>
            <a:r>
              <a:rPr lang="en-US" sz="1400" b="1" dirty="0">
                <a:latin typeface="+mj-lt"/>
                <a:ea typeface="ＭＳ Ｐゴシック"/>
                <a:cs typeface="Arial" panose="020B0604020202020204" pitchFamily="34" charset="0"/>
              </a:rPr>
              <a:t>Environmental Sustainability</a:t>
            </a:r>
            <a:r>
              <a:rPr lang="en-US" sz="1400" dirty="0">
                <a:latin typeface="+mj-lt"/>
                <a:ea typeface="ＭＳ Ｐゴシック"/>
                <a:cs typeface="Arial" panose="020B0604020202020204" pitchFamily="34" charset="0"/>
              </a:rPr>
              <a:t>: Paperless processes reduce waste and support green initiatives.</a:t>
            </a:r>
          </a:p>
        </p:txBody>
      </p:sp>
      <p:pic>
        <p:nvPicPr>
          <p:cNvPr id="4" name="Google Shape;93;p2">
            <a:extLst>
              <a:ext uri="{FF2B5EF4-FFF2-40B4-BE49-F238E27FC236}">
                <a16:creationId xmlns:a16="http://schemas.microsoft.com/office/drawing/2014/main" id="{A6B1EFB4-4FBE-9AC6-CE5F-359581EB6540}"/>
              </a:ext>
            </a:extLst>
          </p:cNvPr>
          <p:cNvPicPr preferRelativeResize="0"/>
          <p:nvPr/>
        </p:nvPicPr>
        <p:blipFill rotWithShape="1">
          <a:blip r:embed="rId3">
            <a:alphaModFix/>
          </a:blip>
          <a:srcRect/>
          <a:stretch/>
        </p:blipFill>
        <p:spPr>
          <a:xfrm>
            <a:off x="11089453" y="0"/>
            <a:ext cx="1102547" cy="563929"/>
          </a:xfrm>
          <a:prstGeom prst="rect">
            <a:avLst/>
          </a:prstGeom>
          <a:noFill/>
          <a:ln>
            <a:noFill/>
          </a:ln>
        </p:spPr>
      </p:pic>
      <p:sp>
        <p:nvSpPr>
          <p:cNvPr id="12" name="TextBox 11">
            <a:extLst>
              <a:ext uri="{FF2B5EF4-FFF2-40B4-BE49-F238E27FC236}">
                <a16:creationId xmlns:a16="http://schemas.microsoft.com/office/drawing/2014/main" id="{BEF59DED-4AE2-4659-1AB4-3CB541857724}"/>
              </a:ext>
            </a:extLst>
          </p:cNvPr>
          <p:cNvSpPr txBox="1"/>
          <p:nvPr/>
        </p:nvSpPr>
        <p:spPr>
          <a:xfrm>
            <a:off x="678332" y="1386283"/>
            <a:ext cx="5417667" cy="3693319"/>
          </a:xfrm>
          <a:prstGeom prst="rect">
            <a:avLst/>
          </a:prstGeom>
          <a:noFill/>
        </p:spPr>
        <p:txBody>
          <a:bodyPr wrap="square">
            <a:spAutoFit/>
          </a:bodyPr>
          <a:lstStyle/>
          <a:p>
            <a:r>
              <a:rPr lang="en-US" sz="2400" b="1" dirty="0">
                <a:latin typeface="+mj-lt"/>
                <a:ea typeface="Calibri"/>
                <a:cs typeface="Arial" panose="020B0604020202020204" pitchFamily="34" charset="0"/>
              </a:rPr>
              <a:t>Future Scope:</a:t>
            </a:r>
          </a:p>
          <a:p>
            <a:pPr marL="285750" indent="-285750">
              <a:buFont typeface="Arial" panose="020B0604020202020204" pitchFamily="34" charset="0"/>
              <a:buChar char="•"/>
            </a:pPr>
            <a:r>
              <a:rPr lang="en-US" sz="1400" b="1" dirty="0">
                <a:latin typeface="+mj-lt"/>
                <a:ea typeface="Calibri"/>
                <a:cs typeface="Arial" panose="020B0604020202020204" pitchFamily="34" charset="0"/>
              </a:rPr>
              <a:t>AI-Based Analytics</a:t>
            </a:r>
            <a:r>
              <a:rPr lang="en-US" sz="1400" dirty="0">
                <a:latin typeface="+mj-lt"/>
                <a:ea typeface="Calibri"/>
                <a:cs typeface="Arial" panose="020B0604020202020204" pitchFamily="34" charset="0"/>
              </a:rPr>
              <a:t>: Track student performance, attendance, and library usage for personalized learning insights.</a:t>
            </a:r>
          </a:p>
          <a:p>
            <a:pPr marL="285750" indent="-285750">
              <a:buFont typeface="Arial" panose="020B0604020202020204" pitchFamily="34" charset="0"/>
              <a:buChar char="•"/>
            </a:pPr>
            <a:endParaRPr lang="en-US" sz="1400" dirty="0">
              <a:latin typeface="+mj-lt"/>
              <a:ea typeface="Calibri"/>
              <a:cs typeface="Arial" panose="020B0604020202020204" pitchFamily="34" charset="0"/>
            </a:endParaRPr>
          </a:p>
          <a:p>
            <a:pPr marL="285750" indent="-285750">
              <a:buFont typeface="Arial" panose="020B0604020202020204" pitchFamily="34" charset="0"/>
              <a:buChar char="•"/>
            </a:pPr>
            <a:r>
              <a:rPr lang="en-US" sz="1400" b="1" dirty="0">
                <a:latin typeface="+mj-lt"/>
                <a:ea typeface="Calibri"/>
                <a:cs typeface="Arial" panose="020B0604020202020204" pitchFamily="34" charset="0"/>
              </a:rPr>
              <a:t>Blockchain Integration: </a:t>
            </a:r>
            <a:r>
              <a:rPr lang="en-US" sz="1400" dirty="0">
                <a:latin typeface="+mj-lt"/>
                <a:ea typeface="Calibri"/>
                <a:cs typeface="Arial" panose="020B0604020202020204" pitchFamily="34" charset="0"/>
              </a:rPr>
              <a:t>Securely store academic credentials, enabling verifiable and transferable transcripts and certificates.</a:t>
            </a:r>
          </a:p>
          <a:p>
            <a:pPr marL="285750" indent="-285750">
              <a:buFont typeface="Arial" panose="020B0604020202020204" pitchFamily="34" charset="0"/>
              <a:buChar char="•"/>
            </a:pPr>
            <a:endParaRPr lang="en-US" sz="1400" dirty="0">
              <a:latin typeface="+mj-lt"/>
              <a:ea typeface="Calibri"/>
              <a:cs typeface="Arial" panose="020B0604020202020204" pitchFamily="34" charset="0"/>
            </a:endParaRPr>
          </a:p>
          <a:p>
            <a:pPr marL="285750" indent="-285750">
              <a:buFont typeface="Arial" panose="020B0604020202020204" pitchFamily="34" charset="0"/>
              <a:buChar char="•"/>
            </a:pPr>
            <a:r>
              <a:rPr lang="en-US" sz="1400" b="1" dirty="0">
                <a:latin typeface="+mj-lt"/>
                <a:ea typeface="Calibri"/>
                <a:cs typeface="Arial" panose="020B0604020202020204" pitchFamily="34" charset="0"/>
              </a:rPr>
              <a:t>National Integration: </a:t>
            </a:r>
            <a:r>
              <a:rPr lang="en-US" sz="1400" dirty="0">
                <a:latin typeface="+mj-lt"/>
                <a:ea typeface="Calibri"/>
                <a:cs typeface="Arial" panose="020B0604020202020204" pitchFamily="34" charset="0"/>
              </a:rPr>
              <a:t>Integrate with platforms like </a:t>
            </a:r>
            <a:r>
              <a:rPr lang="en-US" sz="1400" dirty="0" err="1">
                <a:latin typeface="+mj-lt"/>
                <a:ea typeface="Calibri"/>
                <a:cs typeface="Arial" panose="020B0604020202020204" pitchFamily="34" charset="0"/>
              </a:rPr>
              <a:t>DigiLocker</a:t>
            </a:r>
            <a:r>
              <a:rPr lang="en-US" sz="1400" dirty="0">
                <a:latin typeface="+mj-lt"/>
                <a:ea typeface="Calibri"/>
                <a:cs typeface="Arial" panose="020B0604020202020204" pitchFamily="34" charset="0"/>
              </a:rPr>
              <a:t> and National Academic Depository (NAD) for easy document management.</a:t>
            </a:r>
          </a:p>
          <a:p>
            <a:pPr marL="285750" indent="-285750">
              <a:buFont typeface="Arial" panose="020B0604020202020204" pitchFamily="34" charset="0"/>
              <a:buChar char="•"/>
            </a:pPr>
            <a:endParaRPr lang="en-US" sz="1400" dirty="0">
              <a:latin typeface="+mj-lt"/>
              <a:ea typeface="Calibri"/>
              <a:cs typeface="Arial" panose="020B0604020202020204" pitchFamily="34" charset="0"/>
            </a:endParaRPr>
          </a:p>
          <a:p>
            <a:pPr marL="285750" indent="-285750">
              <a:buFont typeface="Arial" panose="020B0604020202020204" pitchFamily="34" charset="0"/>
              <a:buChar char="•"/>
            </a:pPr>
            <a:r>
              <a:rPr lang="en-US" sz="1400" b="1" dirty="0">
                <a:latin typeface="+mj-lt"/>
                <a:ea typeface="Calibri"/>
                <a:cs typeface="Arial" panose="020B0604020202020204" pitchFamily="34" charset="0"/>
              </a:rPr>
              <a:t>IOT Integration</a:t>
            </a:r>
            <a:r>
              <a:rPr lang="en-US" sz="1400" dirty="0">
                <a:latin typeface="+mj-lt"/>
                <a:ea typeface="Calibri"/>
                <a:cs typeface="Arial" panose="020B0604020202020204" pitchFamily="34" charset="0"/>
              </a:rPr>
              <a:t>: Use smart devices for automated student check-ins for attendance and hostel entry.</a:t>
            </a:r>
          </a:p>
          <a:p>
            <a:pPr marL="285750" indent="-285750">
              <a:buFont typeface="Arial" panose="020B0604020202020204" pitchFamily="34" charset="0"/>
              <a:buChar char="•"/>
            </a:pPr>
            <a:endParaRPr lang="en-US" sz="1400" dirty="0">
              <a:latin typeface="+mj-lt"/>
              <a:ea typeface="Calibri"/>
              <a:cs typeface="Arial" panose="020B0604020202020204" pitchFamily="34" charset="0"/>
            </a:endParaRPr>
          </a:p>
          <a:p>
            <a:pPr marL="285750" indent="-285750">
              <a:buFont typeface="Arial" panose="020B0604020202020204" pitchFamily="34" charset="0"/>
              <a:buChar char="•"/>
            </a:pPr>
            <a:r>
              <a:rPr lang="en-US" sz="1400" b="1" dirty="0">
                <a:latin typeface="+mj-lt"/>
                <a:ea typeface="Calibri"/>
                <a:cs typeface="Arial" panose="020B0604020202020204" pitchFamily="34" charset="0"/>
              </a:rPr>
              <a:t>Campus Automation: </a:t>
            </a:r>
            <a:r>
              <a:rPr lang="en-US" sz="1400" dirty="0">
                <a:latin typeface="+mj-lt"/>
                <a:ea typeface="Calibri"/>
                <a:cs typeface="Arial" panose="020B0604020202020204" pitchFamily="34" charset="0"/>
              </a:rPr>
              <a:t>Manage facilities with automated monitoring for smart classrooms and energy systems.</a:t>
            </a:r>
          </a:p>
        </p:txBody>
      </p:sp>
      <p:sp>
        <p:nvSpPr>
          <p:cNvPr id="8" name="TextBox 7">
            <a:extLst>
              <a:ext uri="{FF2B5EF4-FFF2-40B4-BE49-F238E27FC236}">
                <a16:creationId xmlns:a16="http://schemas.microsoft.com/office/drawing/2014/main" id="{ABC6E324-6C19-7D84-DA7C-CFBD40707F73}"/>
              </a:ext>
            </a:extLst>
          </p:cNvPr>
          <p:cNvSpPr txBox="1"/>
          <p:nvPr/>
        </p:nvSpPr>
        <p:spPr>
          <a:xfrm>
            <a:off x="324765" y="383616"/>
            <a:ext cx="1454822" cy="369332"/>
          </a:xfrm>
          <a:prstGeom prst="rect">
            <a:avLst/>
          </a:prstGeom>
          <a:noFill/>
        </p:spPr>
        <p:txBody>
          <a:bodyPr wrap="none" rtlCol="0">
            <a:spAutoFit/>
          </a:bodyPr>
          <a:lstStyle/>
          <a:p>
            <a:r>
              <a:rPr lang="en-IN" dirty="0" err="1">
                <a:solidFill>
                  <a:srgbClr val="0073FF"/>
                </a:solidFill>
                <a:latin typeface="Arial Black" panose="020B0A04020102020204" pitchFamily="34" charset="0"/>
                <a:cs typeface="Arial" panose="020B0604020202020204" pitchFamily="34" charset="0"/>
              </a:rPr>
              <a:t>SarvaLink</a:t>
            </a:r>
            <a:endParaRPr lang="en-IN" dirty="0">
              <a:solidFill>
                <a:srgbClr val="0073FF"/>
              </a:solidFill>
              <a:latin typeface="Arial Black" panose="020B0A04020102020204" pitchFamily="34" charset="0"/>
              <a:cs typeface="Arial" panose="020B0604020202020204" pitchFamily="34" charset="0"/>
            </a:endParaRPr>
          </a:p>
        </p:txBody>
      </p:sp>
      <p:sp>
        <p:nvSpPr>
          <p:cNvPr id="9" name="TextBox 8">
            <a:extLst>
              <a:ext uri="{FF2B5EF4-FFF2-40B4-BE49-F238E27FC236}">
                <a16:creationId xmlns:a16="http://schemas.microsoft.com/office/drawing/2014/main" id="{8A5A7FE1-F9FD-0DF9-2F74-268866B14A42}"/>
              </a:ext>
            </a:extLst>
          </p:cNvPr>
          <p:cNvSpPr txBox="1"/>
          <p:nvPr/>
        </p:nvSpPr>
        <p:spPr>
          <a:xfrm>
            <a:off x="634588" y="322061"/>
            <a:ext cx="591829" cy="246221"/>
          </a:xfrm>
          <a:prstGeom prst="rect">
            <a:avLst/>
          </a:prstGeom>
          <a:noFill/>
        </p:spPr>
        <p:txBody>
          <a:bodyPr wrap="none" rtlCol="0">
            <a:spAutoFit/>
          </a:bodyPr>
          <a:lstStyle/>
          <a:p>
            <a:r>
              <a:rPr lang="en-IN" sz="1000" dirty="0">
                <a:latin typeface="Arial Black" panose="020B0A04020102020204" pitchFamily="34" charset="0"/>
                <a:cs typeface="Arial" panose="020B0604020202020204" pitchFamily="34" charset="0"/>
              </a:rPr>
              <a:t>TEAM</a:t>
            </a:r>
          </a:p>
        </p:txBody>
      </p:sp>
    </p:spTree>
    <p:extLst>
      <p:ext uri="{BB962C8B-B14F-4D97-AF65-F5344CB8AC3E}">
        <p14:creationId xmlns:p14="http://schemas.microsoft.com/office/powerpoint/2010/main" val="299714414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D4F69D3-EEB0-4C4C-9434-B9960FB5854C}"/>
              </a:ext>
            </a:extLst>
          </p:cNvPr>
          <p:cNvSpPr>
            <a:spLocks noChangeArrowheads="1"/>
          </p:cNvSpPr>
          <p:nvPr/>
        </p:nvSpPr>
        <p:spPr bwMode="auto">
          <a:xfrm>
            <a:off x="0" y="6354762"/>
            <a:ext cx="12191999" cy="503238"/>
          </a:xfrm>
          <a:prstGeom prst="rect">
            <a:avLst/>
          </a:prstGeom>
          <a:solidFill>
            <a:srgbClr val="0070C0"/>
          </a:solidFill>
          <a:ln w="9525">
            <a:noFill/>
            <a:miter lim="800000"/>
            <a:headEnd/>
            <a:tailEnd/>
          </a:ln>
          <a:effectLst>
            <a:outerShdw dist="23000" dir="5400000" rotWithShape="0">
              <a:srgbClr val="808080">
                <a:alpha val="34999"/>
              </a:srgbClr>
            </a:outerShdw>
          </a:effectLst>
        </p:spPr>
        <p:txBody>
          <a:bodyPr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C0504D">
                  <a:lumMod val="75000"/>
                </a:srgbClr>
              </a:solidFill>
              <a:effectLst/>
              <a:uLnTx/>
              <a:uFillTx/>
              <a:latin typeface="+mj-lt"/>
              <a:cs typeface="Arial" panose="020B0604020202020204" pitchFamily="34" charset="0"/>
            </a:endParaRPr>
          </a:p>
        </p:txBody>
      </p:sp>
      <p:sp>
        <p:nvSpPr>
          <p:cNvPr id="17409" name="Title 1"/>
          <p:cNvSpPr>
            <a:spLocks noGrp="1"/>
          </p:cNvSpPr>
          <p:nvPr>
            <p:ph type="title"/>
          </p:nvPr>
        </p:nvSpPr>
        <p:spPr>
          <a:xfrm>
            <a:off x="609600" y="12484"/>
            <a:ext cx="10972800" cy="1143000"/>
          </a:xfrm>
        </p:spPr>
        <p:txBody>
          <a:bodyPr/>
          <a:lstStyle/>
          <a:p>
            <a:pPr eaLnBrk="1" hangingPunct="1"/>
            <a:r>
              <a:rPr lang="en-US" sz="3600" b="1" dirty="0">
                <a:latin typeface="+mj-lt"/>
                <a:ea typeface="ＭＳ Ｐゴシック" pitchFamily="1" charset="-128"/>
                <a:cs typeface="Arial" panose="020B0604020202020204" pitchFamily="34" charset="0"/>
              </a:rPr>
              <a:t>RESEARCH  AND REFERENCES</a:t>
            </a:r>
          </a:p>
        </p:txBody>
      </p:sp>
      <p:sp>
        <p:nvSpPr>
          <p:cNvPr id="6" name="Slide Number Placeholder 5"/>
          <p:cNvSpPr>
            <a:spLocks noGrp="1"/>
          </p:cNvSpPr>
          <p:nvPr>
            <p:ph type="sldNum" sz="quarter" idx="12"/>
          </p:nvPr>
        </p:nvSpPr>
        <p:spPr/>
        <p:txBody>
          <a:bodyPr/>
          <a:lstStyle/>
          <a:p>
            <a:pPr marL="0" marR="0" lvl="0" indent="0" algn="r" defTabSz="457200" rtl="0" eaLnBrk="1" fontAlgn="base" latinLnBrk="0" hangingPunct="1">
              <a:lnSpc>
                <a:spcPct val="100000"/>
              </a:lnSpc>
              <a:spcBef>
                <a:spcPct val="0"/>
              </a:spcBef>
              <a:spcAft>
                <a:spcPct val="0"/>
              </a:spcAft>
              <a:buClrTx/>
              <a:buSzTx/>
              <a:buFontTx/>
              <a:buNone/>
              <a:tabLst/>
              <a:defRPr/>
            </a:pPr>
            <a:fld id="{677C3CE7-23F7-4828-823C-E0205DF2CF97}" type="slidenum">
              <a:rPr kumimoji="0" lang="en-US" sz="1200" b="1" i="0" u="none" strike="noStrike" kern="1200" cap="none" spc="0" normalizeH="0" baseline="0" noProof="0">
                <a:ln>
                  <a:noFill/>
                </a:ln>
                <a:solidFill>
                  <a:prstClr val="white"/>
                </a:solidFill>
                <a:effectLst/>
                <a:uLnTx/>
                <a:uFillTx/>
                <a:latin typeface="+mj-lt"/>
                <a:cs typeface="Arial" panose="020B0604020202020204" pitchFamily="34" charset="0"/>
              </a:rPr>
              <a:pPr marL="0" marR="0" lvl="0" indent="0" algn="r" defTabSz="457200" rtl="0" eaLnBrk="1" fontAlgn="base" latinLnBrk="0" hangingPunct="1">
                <a:lnSpc>
                  <a:spcPct val="100000"/>
                </a:lnSpc>
                <a:spcBef>
                  <a:spcPct val="0"/>
                </a:spcBef>
                <a:spcAft>
                  <a:spcPct val="0"/>
                </a:spcAft>
                <a:buClrTx/>
                <a:buSzTx/>
                <a:buFontTx/>
                <a:buNone/>
                <a:tabLst/>
                <a:defRPr/>
              </a:pPr>
              <a:t>6</a:t>
            </a:fld>
            <a:endParaRPr kumimoji="0" lang="en-US" sz="1200" b="1" i="0" u="none" strike="noStrike" kern="1200" cap="none" spc="0" normalizeH="0" baseline="0" noProof="0">
              <a:ln>
                <a:noFill/>
              </a:ln>
              <a:solidFill>
                <a:prstClr val="white"/>
              </a:solidFill>
              <a:effectLst/>
              <a:uLnTx/>
              <a:uFillTx/>
              <a:latin typeface="+mj-lt"/>
              <a:cs typeface="Arial" panose="020B0604020202020204" pitchFamily="34" charset="0"/>
            </a:endParaRPr>
          </a:p>
        </p:txBody>
      </p:sp>
      <p:sp>
        <p:nvSpPr>
          <p:cNvPr id="7" name="Footer Placeholder 6"/>
          <p:cNvSpPr>
            <a:spLocks noGrp="1"/>
          </p:cNvSpPr>
          <p:nvPr>
            <p:ph type="ftr" sz="quarter" idx="11"/>
          </p:nvPr>
        </p:nvSpPr>
        <p:spPr>
          <a:xfrm>
            <a:off x="4648200" y="6356353"/>
            <a:ext cx="3204000" cy="365125"/>
          </a:xfrm>
        </p:spPr>
        <p: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white"/>
                </a:solidFill>
                <a:effectLst/>
                <a:uLnTx/>
                <a:uFillTx/>
                <a:latin typeface="+mj-lt"/>
                <a:cs typeface="Arial" panose="020B0604020202020204" pitchFamily="34" charset="0"/>
              </a:rPr>
              <a:t>@SIH Idea submission- Template</a:t>
            </a:r>
          </a:p>
        </p:txBody>
      </p:sp>
      <p:sp>
        <p:nvSpPr>
          <p:cNvPr id="4" name="TextBox 3">
            <a:extLst>
              <a:ext uri="{FF2B5EF4-FFF2-40B4-BE49-F238E27FC236}">
                <a16:creationId xmlns:a16="http://schemas.microsoft.com/office/drawing/2014/main" id="{FE159021-E6A7-2229-E048-96DAA7D59B6B}"/>
              </a:ext>
            </a:extLst>
          </p:cNvPr>
          <p:cNvSpPr txBox="1"/>
          <p:nvPr/>
        </p:nvSpPr>
        <p:spPr>
          <a:xfrm>
            <a:off x="793015" y="1292006"/>
            <a:ext cx="10914369" cy="3970318"/>
          </a:xfrm>
          <a:prstGeom prst="rect">
            <a:avLst/>
          </a:prstGeom>
          <a:noFill/>
        </p:spPr>
        <p:txBody>
          <a:bodyPr wrap="square" lIns="91440" tIns="45720" rIns="91440" bIns="45720" anchor="t">
            <a:spAutoFit/>
          </a:bodyPr>
          <a:lstStyle/>
          <a:p>
            <a:pPr rtl="0" fontAlgn="base"/>
            <a:r>
              <a:rPr lang="en-US" sz="2000" b="1" i="0" dirty="0">
                <a:solidFill>
                  <a:srgbClr val="0F4761"/>
                </a:solidFill>
                <a:effectLst/>
                <a:latin typeface="+mj-lt"/>
                <a:cs typeface="Arial" panose="020B0604020202020204" pitchFamily="34" charset="0"/>
              </a:rPr>
              <a:t>Research Paper </a:t>
            </a:r>
            <a:endParaRPr lang="en-US" sz="2000" b="1" dirty="0">
              <a:solidFill>
                <a:srgbClr val="0F4761"/>
              </a:solidFill>
              <a:latin typeface="+mj-lt"/>
              <a:cs typeface="Arial" panose="020B0604020202020204" pitchFamily="34" charset="0"/>
            </a:endParaRPr>
          </a:p>
          <a:p>
            <a:pPr rtl="0" fontAlgn="base"/>
            <a:endParaRPr lang="en-US" sz="1100" b="1" i="0" dirty="0">
              <a:solidFill>
                <a:srgbClr val="0F4761"/>
              </a:solidFill>
              <a:effectLst/>
              <a:latin typeface="+mj-lt"/>
              <a:cs typeface="Arial" panose="020B0604020202020204" pitchFamily="34" charset="0"/>
            </a:endParaRPr>
          </a:p>
          <a:p>
            <a:pPr marL="342900" indent="-342900" algn="l" rtl="0" fontAlgn="base">
              <a:buFont typeface="+mj-lt"/>
              <a:buAutoNum type="arabicPeriod"/>
            </a:pPr>
            <a:r>
              <a:rPr lang="en-US" sz="1600" b="1" i="0" dirty="0">
                <a:solidFill>
                  <a:srgbClr val="000000"/>
                </a:solidFill>
                <a:effectLst/>
                <a:latin typeface="+mj-lt"/>
                <a:cs typeface="Arial" panose="020B0604020202020204" pitchFamily="34" charset="0"/>
              </a:rPr>
              <a:t>QR Codes in Education – A Study on Innovative Approach in Classroom Teaching</a:t>
            </a:r>
            <a:br>
              <a:rPr lang="en-US" sz="1600" b="1" dirty="0">
                <a:solidFill>
                  <a:srgbClr val="000000"/>
                </a:solidFill>
                <a:latin typeface="+mj-lt"/>
                <a:cs typeface="Arial" panose="020B0604020202020204" pitchFamily="34" charset="0"/>
              </a:rPr>
            </a:br>
            <a:r>
              <a:rPr lang="en-US" sz="1600" b="1" dirty="0">
                <a:solidFill>
                  <a:srgbClr val="000000"/>
                </a:solidFill>
                <a:latin typeface="+mj-lt"/>
                <a:cs typeface="Arial" panose="020B0604020202020204" pitchFamily="34" charset="0"/>
              </a:rPr>
              <a:t>    </a:t>
            </a:r>
            <a:r>
              <a:rPr lang="en-US" sz="1400" dirty="0">
                <a:solidFill>
                  <a:srgbClr val="000000"/>
                </a:solidFill>
                <a:latin typeface="+mj-lt"/>
                <a:cs typeface="Arial" panose="020B0604020202020204" pitchFamily="34" charset="0"/>
                <a:hlinkClick r:id="rId3"/>
              </a:rPr>
              <a:t>https://www.researchgate.net/publication/359197516_</a:t>
            </a:r>
            <a:endParaRPr lang="en-US" sz="1400" dirty="0">
              <a:solidFill>
                <a:srgbClr val="000000"/>
              </a:solidFill>
              <a:latin typeface="+mj-lt"/>
              <a:cs typeface="Arial" panose="020B0604020202020204" pitchFamily="34" charset="0"/>
            </a:endParaRPr>
          </a:p>
          <a:p>
            <a:pPr marL="342900" indent="-342900" algn="l" rtl="0" fontAlgn="base">
              <a:buFont typeface="+mj-lt"/>
              <a:buAutoNum type="arabicPeriod"/>
            </a:pPr>
            <a:r>
              <a:rPr lang="en-US" sz="1600" b="1" i="0" dirty="0">
                <a:solidFill>
                  <a:srgbClr val="000000"/>
                </a:solidFill>
                <a:effectLst/>
                <a:latin typeface="+mj-lt"/>
                <a:cs typeface="Arial" panose="020B0604020202020204" pitchFamily="34" charset="0"/>
              </a:rPr>
              <a:t>A Novel QR Code Based Smart Attendance Tracking System</a:t>
            </a:r>
            <a:br>
              <a:rPr lang="en-US" sz="1600" b="1" i="0" dirty="0">
                <a:solidFill>
                  <a:srgbClr val="000000"/>
                </a:solidFill>
                <a:effectLst/>
                <a:latin typeface="+mj-lt"/>
                <a:cs typeface="Arial" panose="020B0604020202020204" pitchFamily="34" charset="0"/>
              </a:rPr>
            </a:br>
            <a:r>
              <a:rPr lang="en-US" sz="1600" b="1" i="0" dirty="0">
                <a:solidFill>
                  <a:srgbClr val="000000"/>
                </a:solidFill>
                <a:effectLst/>
                <a:latin typeface="+mj-lt"/>
                <a:cs typeface="Arial" panose="020B0604020202020204" pitchFamily="34" charset="0"/>
              </a:rPr>
              <a:t>   </a:t>
            </a:r>
            <a:r>
              <a:rPr lang="en-US" sz="1400" b="1" i="0" dirty="0">
                <a:solidFill>
                  <a:srgbClr val="000000"/>
                </a:solidFill>
                <a:effectLst/>
                <a:latin typeface="+mj-lt"/>
                <a:cs typeface="Arial" panose="020B0604020202020204" pitchFamily="34" charset="0"/>
              </a:rPr>
              <a:t> </a:t>
            </a:r>
            <a:r>
              <a:rPr lang="en-US" sz="1400" dirty="0">
                <a:solidFill>
                  <a:srgbClr val="000000"/>
                </a:solidFill>
                <a:latin typeface="+mj-lt"/>
                <a:cs typeface="Arial" panose="020B0604020202020204" pitchFamily="34" charset="0"/>
                <a:hlinkClick r:id="rId4"/>
              </a:rPr>
              <a:t>https://www.researchgate.net/publication/378110423_</a:t>
            </a:r>
            <a:endParaRPr lang="en-US" sz="1400" i="0" dirty="0">
              <a:solidFill>
                <a:srgbClr val="000000"/>
              </a:solidFill>
              <a:effectLst/>
              <a:latin typeface="+mj-lt"/>
              <a:cs typeface="Arial" panose="020B0604020202020204" pitchFamily="34" charset="0"/>
            </a:endParaRPr>
          </a:p>
          <a:p>
            <a:pPr marL="342900" indent="-342900" algn="l" rtl="0" fontAlgn="base">
              <a:buFont typeface="+mj-lt"/>
              <a:buAutoNum type="arabicPeriod"/>
            </a:pPr>
            <a:r>
              <a:rPr lang="en-US" sz="1600" b="1" i="0" dirty="0">
                <a:solidFill>
                  <a:srgbClr val="000000"/>
                </a:solidFill>
                <a:effectLst/>
                <a:latin typeface="+mj-lt"/>
                <a:cs typeface="Arial" panose="020B0604020202020204" pitchFamily="34" charset="0"/>
              </a:rPr>
              <a:t>Blending Classroom Teaching and Learning with QR Codes</a:t>
            </a:r>
            <a:br>
              <a:rPr lang="en-US" sz="1600" b="1" i="0" dirty="0">
                <a:solidFill>
                  <a:srgbClr val="000000"/>
                </a:solidFill>
                <a:effectLst/>
                <a:latin typeface="+mj-lt"/>
                <a:cs typeface="Arial" panose="020B0604020202020204" pitchFamily="34" charset="0"/>
              </a:rPr>
            </a:br>
            <a:r>
              <a:rPr lang="en-US" sz="1600" b="1" i="0" dirty="0">
                <a:solidFill>
                  <a:srgbClr val="000000"/>
                </a:solidFill>
                <a:effectLst/>
                <a:latin typeface="+mj-lt"/>
                <a:cs typeface="Arial" panose="020B0604020202020204" pitchFamily="34" charset="0"/>
              </a:rPr>
              <a:t>    </a:t>
            </a:r>
            <a:r>
              <a:rPr lang="en-US" sz="1400" i="0" dirty="0">
                <a:solidFill>
                  <a:srgbClr val="000000"/>
                </a:solidFill>
                <a:effectLst/>
                <a:latin typeface="+mj-lt"/>
                <a:cs typeface="Arial" panose="020B0604020202020204" pitchFamily="34" charset="0"/>
                <a:hlinkClick r:id="rId5"/>
              </a:rPr>
              <a:t>https://www.researchgate.net/publication/263075152_</a:t>
            </a:r>
            <a:endParaRPr lang="en-US" sz="1600" b="0" i="0" dirty="0">
              <a:solidFill>
                <a:srgbClr val="000000"/>
              </a:solidFill>
              <a:effectLst/>
              <a:latin typeface="+mj-lt"/>
              <a:cs typeface="Arial" panose="020B0604020202020204" pitchFamily="34" charset="0"/>
            </a:endParaRPr>
          </a:p>
          <a:p>
            <a:pPr rtl="0" fontAlgn="base"/>
            <a:r>
              <a:rPr lang="en-US" sz="2000" b="1" i="0" dirty="0">
                <a:solidFill>
                  <a:srgbClr val="0F4761"/>
                </a:solidFill>
                <a:effectLst/>
                <a:latin typeface="+mj-lt"/>
                <a:cs typeface="Arial" panose="020B0604020202020204" pitchFamily="34" charset="0"/>
              </a:rPr>
              <a:t>Articles</a:t>
            </a:r>
            <a:r>
              <a:rPr lang="en-US" sz="2000" b="0" i="0" dirty="0">
                <a:solidFill>
                  <a:srgbClr val="0F4761"/>
                </a:solidFill>
                <a:effectLst/>
                <a:latin typeface="+mj-lt"/>
                <a:cs typeface="Arial" panose="020B0604020202020204" pitchFamily="34" charset="0"/>
              </a:rPr>
              <a:t>  </a:t>
            </a:r>
          </a:p>
          <a:p>
            <a:pPr rtl="0" fontAlgn="base"/>
            <a:endParaRPr lang="en-US" sz="1100" b="0" i="0" dirty="0">
              <a:solidFill>
                <a:srgbClr val="0F4761"/>
              </a:solidFill>
              <a:effectLst/>
              <a:latin typeface="+mj-lt"/>
              <a:cs typeface="Arial" panose="020B0604020202020204" pitchFamily="34" charset="0"/>
            </a:endParaRPr>
          </a:p>
          <a:p>
            <a:pPr marL="342900" indent="-342900" algn="l" rtl="0" fontAlgn="base">
              <a:buFont typeface="+mj-lt"/>
              <a:buAutoNum type="arabicPeriod"/>
            </a:pPr>
            <a:r>
              <a:rPr lang="en-US" sz="1600" b="1" i="0" dirty="0">
                <a:solidFill>
                  <a:srgbClr val="000000"/>
                </a:solidFill>
                <a:effectLst/>
                <a:latin typeface="+mj-lt"/>
                <a:cs typeface="Arial" panose="020B0604020202020204" pitchFamily="34" charset="0"/>
              </a:rPr>
              <a:t>How Teachers Are Using QR Codes in the Classroom to Enhance Learning</a:t>
            </a:r>
            <a:br>
              <a:rPr lang="en-US" sz="1600" b="1" i="0" dirty="0">
                <a:solidFill>
                  <a:srgbClr val="000000"/>
                </a:solidFill>
                <a:effectLst/>
                <a:latin typeface="+mj-lt"/>
                <a:cs typeface="Arial" panose="020B0604020202020204" pitchFamily="34" charset="0"/>
              </a:rPr>
            </a:br>
            <a:r>
              <a:rPr lang="en-US" sz="1600" b="1" i="0" dirty="0">
                <a:solidFill>
                  <a:srgbClr val="000000"/>
                </a:solidFill>
                <a:effectLst/>
                <a:latin typeface="+mj-lt"/>
                <a:cs typeface="Arial" panose="020B0604020202020204" pitchFamily="34" charset="0"/>
              </a:rPr>
              <a:t>    </a:t>
            </a:r>
            <a:r>
              <a:rPr lang="en-US" sz="1400" i="0" dirty="0">
                <a:solidFill>
                  <a:srgbClr val="000000"/>
                </a:solidFill>
                <a:effectLst/>
                <a:latin typeface="+mj-lt"/>
                <a:cs typeface="Arial" panose="020B0604020202020204" pitchFamily="34" charset="0"/>
                <a:hlinkClick r:id="rId6"/>
              </a:rPr>
              <a:t>https://www.qr-code-generator.com/blog/qr-codes-in-the-classroom/</a:t>
            </a:r>
            <a:endParaRPr lang="en-US" sz="1400" i="0" dirty="0">
              <a:solidFill>
                <a:srgbClr val="000000"/>
              </a:solidFill>
              <a:effectLst/>
              <a:latin typeface="+mj-lt"/>
              <a:cs typeface="Arial" panose="020B0604020202020204" pitchFamily="34" charset="0"/>
            </a:endParaRPr>
          </a:p>
          <a:p>
            <a:pPr marL="342900" indent="-342900" algn="l" rtl="0" fontAlgn="base">
              <a:buFont typeface="+mj-lt"/>
              <a:buAutoNum type="arabicPeriod"/>
            </a:pPr>
            <a:r>
              <a:rPr lang="en-US" sz="1600" b="1" i="0" dirty="0">
                <a:solidFill>
                  <a:srgbClr val="000000"/>
                </a:solidFill>
                <a:effectLst/>
                <a:latin typeface="+mj-lt"/>
                <a:cs typeface="Arial" panose="020B0604020202020204" pitchFamily="34" charset="0"/>
              </a:rPr>
              <a:t>Exploring the potential of QR codes in higher education</a:t>
            </a:r>
            <a:endParaRPr lang="en-US" sz="1600" b="1" dirty="0">
              <a:solidFill>
                <a:srgbClr val="000000"/>
              </a:solidFill>
              <a:latin typeface="+mj-lt"/>
              <a:cs typeface="Arial" panose="020B0604020202020204" pitchFamily="34" charset="0"/>
            </a:endParaRPr>
          </a:p>
          <a:p>
            <a:pPr lvl="1"/>
            <a:r>
              <a:rPr lang="en-US" sz="1400" b="1" i="0" dirty="0">
                <a:solidFill>
                  <a:srgbClr val="000000"/>
                </a:solidFill>
                <a:effectLst/>
                <a:latin typeface="+mj-lt"/>
                <a:cs typeface="Arial" panose="020B0604020202020204" pitchFamily="34" charset="0"/>
                <a:hlinkClick r:id="rId7"/>
              </a:rPr>
              <a:t>  </a:t>
            </a:r>
            <a:r>
              <a:rPr lang="en-US" sz="1400" i="0" dirty="0">
                <a:solidFill>
                  <a:srgbClr val="000000"/>
                </a:solidFill>
                <a:effectLst/>
                <a:latin typeface="+mj-lt"/>
                <a:cs typeface="Arial" panose="020B0604020202020204" pitchFamily="34" charset="0"/>
                <a:hlinkClick r:id="rId7"/>
              </a:rPr>
              <a:t>https://www.researchgate.net/publication/281587370</a:t>
            </a:r>
            <a:endParaRPr lang="en-US" sz="1400" i="0" dirty="0">
              <a:solidFill>
                <a:srgbClr val="000000"/>
              </a:solidFill>
              <a:effectLst/>
              <a:latin typeface="+mj-lt"/>
              <a:cs typeface="Arial" panose="020B0604020202020204" pitchFamily="34" charset="0"/>
            </a:endParaRPr>
          </a:p>
          <a:p>
            <a:pPr marL="342900" indent="-342900" algn="l" rtl="0" fontAlgn="base">
              <a:buFont typeface="+mj-lt"/>
              <a:buAutoNum type="arabicPeriod"/>
            </a:pPr>
            <a:r>
              <a:rPr lang="en-US" sz="1600" b="1" i="0" dirty="0">
                <a:solidFill>
                  <a:srgbClr val="000000"/>
                </a:solidFill>
                <a:effectLst/>
                <a:latin typeface="+mj-lt"/>
                <a:cs typeface="Arial" panose="020B0604020202020204" pitchFamily="34" charset="0"/>
              </a:rPr>
              <a:t>How can integrated school management systems benefit modern education?</a:t>
            </a:r>
            <a:br>
              <a:rPr lang="en-US" sz="1600" b="1" i="0" dirty="0">
                <a:solidFill>
                  <a:srgbClr val="000000"/>
                </a:solidFill>
                <a:effectLst/>
                <a:latin typeface="+mj-lt"/>
                <a:cs typeface="Arial" panose="020B0604020202020204" pitchFamily="34" charset="0"/>
              </a:rPr>
            </a:br>
            <a:r>
              <a:rPr lang="en-US" sz="1600" b="1" i="0" dirty="0">
                <a:solidFill>
                  <a:srgbClr val="000000"/>
                </a:solidFill>
                <a:effectLst/>
                <a:latin typeface="+mj-lt"/>
                <a:cs typeface="Arial" panose="020B0604020202020204" pitchFamily="34" charset="0"/>
              </a:rPr>
              <a:t>    </a:t>
            </a:r>
            <a:r>
              <a:rPr lang="en-US" sz="1400" i="0" dirty="0">
                <a:solidFill>
                  <a:srgbClr val="000000"/>
                </a:solidFill>
                <a:effectLst/>
                <a:latin typeface="+mj-lt"/>
                <a:cs typeface="Arial" panose="020B0604020202020204" pitchFamily="34" charset="0"/>
                <a:hlinkClick r:id="rId8"/>
              </a:rPr>
              <a:t>https://www.classter.com/blog/edtech/integrating-school-management-systems-in-modern-education</a:t>
            </a:r>
            <a:r>
              <a:rPr lang="en-US" sz="1400" b="1" i="0" dirty="0">
                <a:solidFill>
                  <a:srgbClr val="000000"/>
                </a:solidFill>
                <a:effectLst/>
                <a:latin typeface="+mj-lt"/>
                <a:cs typeface="Arial" panose="020B0604020202020204" pitchFamily="34" charset="0"/>
                <a:hlinkClick r:id="rId8"/>
              </a:rPr>
              <a:t>/</a:t>
            </a:r>
            <a:endParaRPr lang="en-US" sz="1400" b="1" i="0" dirty="0">
              <a:solidFill>
                <a:srgbClr val="000000"/>
              </a:solidFill>
              <a:effectLst/>
              <a:latin typeface="+mj-lt"/>
              <a:cs typeface="Arial" panose="020B0604020202020204" pitchFamily="34" charset="0"/>
            </a:endParaRPr>
          </a:p>
        </p:txBody>
      </p:sp>
      <p:sp>
        <p:nvSpPr>
          <p:cNvPr id="2" name="TextBox 1">
            <a:extLst>
              <a:ext uri="{FF2B5EF4-FFF2-40B4-BE49-F238E27FC236}">
                <a16:creationId xmlns:a16="http://schemas.microsoft.com/office/drawing/2014/main" id="{594584C6-E2BE-11F0-AF70-5C6AEE1A64CC}"/>
              </a:ext>
            </a:extLst>
          </p:cNvPr>
          <p:cNvSpPr txBox="1"/>
          <p:nvPr/>
        </p:nvSpPr>
        <p:spPr>
          <a:xfrm>
            <a:off x="324765" y="383616"/>
            <a:ext cx="1454822" cy="369332"/>
          </a:xfrm>
          <a:prstGeom prst="rect">
            <a:avLst/>
          </a:prstGeom>
          <a:noFill/>
        </p:spPr>
        <p:txBody>
          <a:bodyPr wrap="none" rtlCol="0">
            <a:spAutoFit/>
          </a:bodyPr>
          <a:lstStyle/>
          <a:p>
            <a:r>
              <a:rPr lang="en-IN" dirty="0" err="1">
                <a:solidFill>
                  <a:srgbClr val="0073FF"/>
                </a:solidFill>
                <a:latin typeface="Arial Black" panose="020B0A04020102020204" pitchFamily="34" charset="0"/>
                <a:cs typeface="Arial" panose="020B0604020202020204" pitchFamily="34" charset="0"/>
              </a:rPr>
              <a:t>SarvaLink</a:t>
            </a:r>
            <a:endParaRPr lang="en-IN" dirty="0">
              <a:solidFill>
                <a:srgbClr val="0073FF"/>
              </a:solidFill>
              <a:latin typeface="Arial Black" panose="020B0A04020102020204" pitchFamily="34" charset="0"/>
              <a:cs typeface="Arial" panose="020B0604020202020204" pitchFamily="34" charset="0"/>
            </a:endParaRPr>
          </a:p>
        </p:txBody>
      </p:sp>
      <p:sp>
        <p:nvSpPr>
          <p:cNvPr id="9" name="TextBox 8">
            <a:extLst>
              <a:ext uri="{FF2B5EF4-FFF2-40B4-BE49-F238E27FC236}">
                <a16:creationId xmlns:a16="http://schemas.microsoft.com/office/drawing/2014/main" id="{83A726EC-0CC8-69A7-A8BE-E8282CCF1F19}"/>
              </a:ext>
            </a:extLst>
          </p:cNvPr>
          <p:cNvSpPr txBox="1"/>
          <p:nvPr/>
        </p:nvSpPr>
        <p:spPr>
          <a:xfrm>
            <a:off x="634588" y="322061"/>
            <a:ext cx="591829" cy="246221"/>
          </a:xfrm>
          <a:prstGeom prst="rect">
            <a:avLst/>
          </a:prstGeom>
          <a:noFill/>
        </p:spPr>
        <p:txBody>
          <a:bodyPr wrap="none" rtlCol="0">
            <a:spAutoFit/>
          </a:bodyPr>
          <a:lstStyle/>
          <a:p>
            <a:r>
              <a:rPr lang="en-IN" sz="1000" dirty="0">
                <a:latin typeface="Arial Black" panose="020B0A04020102020204" pitchFamily="34" charset="0"/>
                <a:cs typeface="Arial" panose="020B0604020202020204" pitchFamily="34" charset="0"/>
              </a:rPr>
              <a:t>TEAM</a:t>
            </a:r>
          </a:p>
        </p:txBody>
      </p:sp>
      <p:pic>
        <p:nvPicPr>
          <p:cNvPr id="11" name="Google Shape;93;p2">
            <a:extLst>
              <a:ext uri="{FF2B5EF4-FFF2-40B4-BE49-F238E27FC236}">
                <a16:creationId xmlns:a16="http://schemas.microsoft.com/office/drawing/2014/main" id="{E46357AA-706D-6F66-B707-A4D9DD5560EB}"/>
              </a:ext>
            </a:extLst>
          </p:cNvPr>
          <p:cNvPicPr preferRelativeResize="0"/>
          <p:nvPr/>
        </p:nvPicPr>
        <p:blipFill rotWithShape="1">
          <a:blip r:embed="rId9">
            <a:alphaModFix/>
          </a:blip>
          <a:srcRect/>
          <a:stretch/>
        </p:blipFill>
        <p:spPr>
          <a:xfrm>
            <a:off x="11089453" y="0"/>
            <a:ext cx="1102547" cy="563929"/>
          </a:xfrm>
          <a:prstGeom prst="rect">
            <a:avLst/>
          </a:prstGeom>
          <a:noFill/>
          <a:ln>
            <a:noFill/>
          </a:ln>
        </p:spPr>
      </p:pic>
    </p:spTree>
    <p:extLst>
      <p:ext uri="{BB962C8B-B14F-4D97-AF65-F5344CB8AC3E}">
        <p14:creationId xmlns:p14="http://schemas.microsoft.com/office/powerpoint/2010/main" val="391678861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SIH2024_SL_PPT[1]</Template>
  <TotalTime>1130</TotalTime>
  <Words>781</Words>
  <Application>Microsoft Office PowerPoint</Application>
  <PresentationFormat>Widescreen</PresentationFormat>
  <Paragraphs>102</Paragraphs>
  <Slides>6</Slides>
  <Notes>5</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6</vt:i4>
      </vt:variant>
    </vt:vector>
  </HeadingPairs>
  <TitlesOfParts>
    <vt:vector size="12" baseType="lpstr">
      <vt:lpstr>ＭＳ Ｐゴシック</vt:lpstr>
      <vt:lpstr>Arial</vt:lpstr>
      <vt:lpstr>Arial Black</vt:lpstr>
      <vt:lpstr>Calibri</vt:lpstr>
      <vt:lpstr>TradeGothic</vt:lpstr>
      <vt:lpstr>Office Theme</vt:lpstr>
      <vt:lpstr>SMART INDIA HACKATHON 2024</vt:lpstr>
      <vt:lpstr>SARVALINK</vt:lpstr>
      <vt:lpstr>TECHNICAL APPROACH</vt:lpstr>
      <vt:lpstr>FEASIBILITY AND VIABILITY</vt:lpstr>
      <vt:lpstr>FUTURE SCOPE &amp; IMPACT , BENEFITS</vt:lpstr>
      <vt:lpstr>RESEARCH  AND REFERENCES</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Vikram Devadiga</dc:creator>
  <cp:keywords/>
  <dc:description/>
  <cp:lastModifiedBy>AMIT RAJEGAONKAR</cp:lastModifiedBy>
  <cp:revision>20</cp:revision>
  <dcterms:created xsi:type="dcterms:W3CDTF">2024-09-02T19:58:34Z</dcterms:created>
  <dcterms:modified xsi:type="dcterms:W3CDTF">2024-09-30T12:04:07Z</dcterms:modified>
  <cp:category/>
</cp:coreProperties>
</file>